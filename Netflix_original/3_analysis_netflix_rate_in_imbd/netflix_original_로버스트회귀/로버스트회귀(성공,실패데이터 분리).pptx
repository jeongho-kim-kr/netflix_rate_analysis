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74" r:id="rId3"/>
    <p:sldId id="258" r:id="rId4"/>
    <p:sldId id="287" r:id="rId5"/>
    <p:sldId id="280" r:id="rId6"/>
    <p:sldId id="266" r:id="rId7"/>
    <p:sldId id="291" r:id="rId8"/>
    <p:sldId id="267" r:id="rId9"/>
    <p:sldId id="292" r:id="rId10"/>
    <p:sldId id="288" r:id="rId11"/>
    <p:sldId id="293" r:id="rId12"/>
    <p:sldId id="269" r:id="rId13"/>
    <p:sldId id="294" r:id="rId14"/>
    <p:sldId id="289" r:id="rId15"/>
    <p:sldId id="295" r:id="rId16"/>
    <p:sldId id="290" r:id="rId17"/>
    <p:sldId id="296" r:id="rId18"/>
    <p:sldId id="268" r:id="rId19"/>
    <p:sldId id="297" r:id="rId20"/>
    <p:sldId id="286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조용식" initials="조" lastIdx="4" clrIdx="0">
    <p:extLst>
      <p:ext uri="{19B8F6BF-5375-455C-9EA6-DF929625EA0E}">
        <p15:presenceInfo xmlns:p15="http://schemas.microsoft.com/office/powerpoint/2012/main" userId="S::12184816@inha.edu::5318144e-7c9b-420e-94db-350379f28c7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AC530C-985B-49AF-9EE4-33927C2EF9D7}" v="208" dt="2021-07-21T05:23:10.965"/>
    <p1510:client id="{5F882AFE-A63B-4A84-8CEE-CB0B73CF966D}" v="13" dt="2021-07-21T07:27:46.0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59" autoAdjust="0"/>
    <p:restoredTop sz="94660"/>
  </p:normalViewPr>
  <p:slideViewPr>
    <p:cSldViewPr snapToGrid="0">
      <p:cViewPr varScale="1">
        <p:scale>
          <a:sx n="76" d="100"/>
          <a:sy n="76" d="100"/>
        </p:scale>
        <p:origin x="954" y="84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3701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정호" userId="a115ac67-88fc-423e-bd34-78ee0fe0a2b7" providerId="ADAL" clId="{546BF634-3F07-4E62-BB86-A66F7443F0BB}"/>
    <pc:docChg chg="undo redo custSel addSld delSld modSld">
      <pc:chgData name="김정호" userId="a115ac67-88fc-423e-bd34-78ee0fe0a2b7" providerId="ADAL" clId="{546BF634-3F07-4E62-BB86-A66F7443F0BB}" dt="2021-07-18T11:27:29.300" v="668" actId="47"/>
      <pc:docMkLst>
        <pc:docMk/>
      </pc:docMkLst>
      <pc:sldChg chg="addSp delSp modSp mod">
        <pc:chgData name="김정호" userId="a115ac67-88fc-423e-bd34-78ee0fe0a2b7" providerId="ADAL" clId="{546BF634-3F07-4E62-BB86-A66F7443F0BB}" dt="2021-07-12T11:37:15.751" v="4" actId="478"/>
        <pc:sldMkLst>
          <pc:docMk/>
          <pc:sldMk cId="2026012488" sldId="257"/>
        </pc:sldMkLst>
        <pc:picChg chg="add del mod">
          <ac:chgData name="김정호" userId="a115ac67-88fc-423e-bd34-78ee0fe0a2b7" providerId="ADAL" clId="{546BF634-3F07-4E62-BB86-A66F7443F0BB}" dt="2021-07-12T11:37:15.751" v="4" actId="478"/>
          <ac:picMkLst>
            <pc:docMk/>
            <pc:sldMk cId="2026012488" sldId="257"/>
            <ac:picMk id="8" creationId="{A518CCEA-4949-4E62-A20B-FD7D735C2841}"/>
          </ac:picMkLst>
        </pc:picChg>
      </pc:sldChg>
      <pc:sldChg chg="addSp delSp modSp mod">
        <pc:chgData name="김정호" userId="a115ac67-88fc-423e-bd34-78ee0fe0a2b7" providerId="ADAL" clId="{546BF634-3F07-4E62-BB86-A66F7443F0BB}" dt="2021-07-12T12:02:55.070" v="251" actId="6549"/>
        <pc:sldMkLst>
          <pc:docMk/>
          <pc:sldMk cId="3421291493" sldId="267"/>
        </pc:sldMkLst>
        <pc:spChg chg="mod">
          <ac:chgData name="김정호" userId="a115ac67-88fc-423e-bd34-78ee0fe0a2b7" providerId="ADAL" clId="{546BF634-3F07-4E62-BB86-A66F7443F0BB}" dt="2021-07-12T11:56:06.604" v="184" actId="20577"/>
          <ac:spMkLst>
            <pc:docMk/>
            <pc:sldMk cId="3421291493" sldId="267"/>
            <ac:spMk id="18" creationId="{08F67CF5-5B39-40CA-88D2-ABC5A7BF8475}"/>
          </ac:spMkLst>
        </pc:spChg>
        <pc:spChg chg="mod">
          <ac:chgData name="김정호" userId="a115ac67-88fc-423e-bd34-78ee0fe0a2b7" providerId="ADAL" clId="{546BF634-3F07-4E62-BB86-A66F7443F0BB}" dt="2021-07-12T12:02:55.070" v="251" actId="6549"/>
          <ac:spMkLst>
            <pc:docMk/>
            <pc:sldMk cId="3421291493" sldId="267"/>
            <ac:spMk id="20" creationId="{D301CA17-55A9-4921-858C-17F721AF513B}"/>
          </ac:spMkLst>
        </pc:spChg>
        <pc:picChg chg="add mod modCrop">
          <ac:chgData name="김정호" userId="a115ac67-88fc-423e-bd34-78ee0fe0a2b7" providerId="ADAL" clId="{546BF634-3F07-4E62-BB86-A66F7443F0BB}" dt="2021-07-12T11:38:59.750" v="12" actId="1076"/>
          <ac:picMkLst>
            <pc:docMk/>
            <pc:sldMk cId="3421291493" sldId="267"/>
            <ac:picMk id="8" creationId="{F5E6DE99-89A7-4FD3-A77F-4D3D414EDAA3}"/>
          </ac:picMkLst>
        </pc:picChg>
        <pc:picChg chg="del">
          <ac:chgData name="김정호" userId="a115ac67-88fc-423e-bd34-78ee0fe0a2b7" providerId="ADAL" clId="{546BF634-3F07-4E62-BB86-A66F7443F0BB}" dt="2021-07-12T11:38:55.399" v="11" actId="478"/>
          <ac:picMkLst>
            <pc:docMk/>
            <pc:sldMk cId="3421291493" sldId="267"/>
            <ac:picMk id="10" creationId="{4BBDC970-8E90-4384-A261-703D4E6D7800}"/>
          </ac:picMkLst>
        </pc:picChg>
        <pc:picChg chg="del">
          <ac:chgData name="김정호" userId="a115ac67-88fc-423e-bd34-78ee0fe0a2b7" providerId="ADAL" clId="{546BF634-3F07-4E62-BB86-A66F7443F0BB}" dt="2021-07-12T11:39:29.807" v="16" actId="478"/>
          <ac:picMkLst>
            <pc:docMk/>
            <pc:sldMk cId="3421291493" sldId="267"/>
            <ac:picMk id="19" creationId="{E81791DD-4F7D-4D56-A951-03A02B17FFF8}"/>
          </ac:picMkLst>
        </pc:picChg>
        <pc:picChg chg="add mod">
          <ac:chgData name="김정호" userId="a115ac67-88fc-423e-bd34-78ee0fe0a2b7" providerId="ADAL" clId="{546BF634-3F07-4E62-BB86-A66F7443F0BB}" dt="2021-07-12T11:49:00.635" v="130" actId="1076"/>
          <ac:picMkLst>
            <pc:docMk/>
            <pc:sldMk cId="3421291493" sldId="267"/>
            <ac:picMk id="23" creationId="{0C58DCDF-BB42-4ECB-B207-17F1981FE958}"/>
          </ac:picMkLst>
        </pc:picChg>
      </pc:sldChg>
      <pc:sldChg chg="addSp delSp modSp mod">
        <pc:chgData name="김정호" userId="a115ac67-88fc-423e-bd34-78ee0fe0a2b7" providerId="ADAL" clId="{546BF634-3F07-4E62-BB86-A66F7443F0BB}" dt="2021-07-12T12:03:09.352" v="252" actId="20577"/>
        <pc:sldMkLst>
          <pc:docMk/>
          <pc:sldMk cId="248195568" sldId="268"/>
        </pc:sldMkLst>
        <pc:spChg chg="mod">
          <ac:chgData name="김정호" userId="a115ac67-88fc-423e-bd34-78ee0fe0a2b7" providerId="ADAL" clId="{546BF634-3F07-4E62-BB86-A66F7443F0BB}" dt="2021-07-12T11:57:21.051" v="198" actId="2711"/>
          <ac:spMkLst>
            <pc:docMk/>
            <pc:sldMk cId="248195568" sldId="268"/>
            <ac:spMk id="18" creationId="{EED70AB1-75B9-4B91-86BB-2F8BE7B23B3B}"/>
          </ac:spMkLst>
        </pc:spChg>
        <pc:spChg chg="mod">
          <ac:chgData name="김정호" userId="a115ac67-88fc-423e-bd34-78ee0fe0a2b7" providerId="ADAL" clId="{546BF634-3F07-4E62-BB86-A66F7443F0BB}" dt="2021-07-12T12:03:09.352" v="252" actId="20577"/>
          <ac:spMkLst>
            <pc:docMk/>
            <pc:sldMk cId="248195568" sldId="268"/>
            <ac:spMk id="19" creationId="{78C3E572-27E4-4BB8-AFEE-DD48E898B660}"/>
          </ac:spMkLst>
        </pc:spChg>
        <pc:picChg chg="del">
          <ac:chgData name="김정호" userId="a115ac67-88fc-423e-bd34-78ee0fe0a2b7" providerId="ADAL" clId="{546BF634-3F07-4E62-BB86-A66F7443F0BB}" dt="2021-07-12T11:46:29.655" v="106" actId="478"/>
          <ac:picMkLst>
            <pc:docMk/>
            <pc:sldMk cId="248195568" sldId="268"/>
            <ac:picMk id="8" creationId="{31E36A32-8811-4355-889A-02B188343E3C}"/>
          </ac:picMkLst>
        </pc:picChg>
        <pc:picChg chg="add mod">
          <ac:chgData name="김정호" userId="a115ac67-88fc-423e-bd34-78ee0fe0a2b7" providerId="ADAL" clId="{546BF634-3F07-4E62-BB86-A66F7443F0BB}" dt="2021-07-12T11:49:52.052" v="133" actId="1076"/>
          <ac:picMkLst>
            <pc:docMk/>
            <pc:sldMk cId="248195568" sldId="268"/>
            <ac:picMk id="10" creationId="{13668D6C-BD79-4B29-9842-DD110AF0868E}"/>
          </ac:picMkLst>
        </pc:picChg>
        <pc:picChg chg="del">
          <ac:chgData name="김정호" userId="a115ac67-88fc-423e-bd34-78ee0fe0a2b7" providerId="ADAL" clId="{546BF634-3F07-4E62-BB86-A66F7443F0BB}" dt="2021-07-12T11:46:37.873" v="108" actId="478"/>
          <ac:picMkLst>
            <pc:docMk/>
            <pc:sldMk cId="248195568" sldId="268"/>
            <ac:picMk id="20" creationId="{0748D271-19D3-440D-B403-860125C2E715}"/>
          </ac:picMkLst>
        </pc:picChg>
        <pc:picChg chg="add mod modCrop">
          <ac:chgData name="김정호" userId="a115ac67-88fc-423e-bd34-78ee0fe0a2b7" providerId="ADAL" clId="{546BF634-3F07-4E62-BB86-A66F7443F0BB}" dt="2021-07-12T11:50:03.003" v="135" actId="732"/>
          <ac:picMkLst>
            <pc:docMk/>
            <pc:sldMk cId="248195568" sldId="268"/>
            <ac:picMk id="22" creationId="{1D33A453-B7C3-4D47-AC1D-33B0E69DF3DA}"/>
          </ac:picMkLst>
        </pc:picChg>
      </pc:sldChg>
      <pc:sldChg chg="addSp delSp modSp mod">
        <pc:chgData name="김정호" userId="a115ac67-88fc-423e-bd34-78ee0fe0a2b7" providerId="ADAL" clId="{546BF634-3F07-4E62-BB86-A66F7443F0BB}" dt="2021-07-12T12:02:29.141" v="248" actId="20577"/>
        <pc:sldMkLst>
          <pc:docMk/>
          <pc:sldMk cId="3802387367" sldId="269"/>
        </pc:sldMkLst>
        <pc:spChg chg="mod">
          <ac:chgData name="김정호" userId="a115ac67-88fc-423e-bd34-78ee0fe0a2b7" providerId="ADAL" clId="{546BF634-3F07-4E62-BB86-A66F7443F0BB}" dt="2021-07-12T12:02:29.141" v="248" actId="20577"/>
          <ac:spMkLst>
            <pc:docMk/>
            <pc:sldMk cId="3802387367" sldId="269"/>
            <ac:spMk id="3" creationId="{C6298E42-9DE4-4FA3-9413-5A23157BAB1C}"/>
          </ac:spMkLst>
        </pc:spChg>
        <pc:spChg chg="mod">
          <ac:chgData name="김정호" userId="a115ac67-88fc-423e-bd34-78ee0fe0a2b7" providerId="ADAL" clId="{546BF634-3F07-4E62-BB86-A66F7443F0BB}" dt="2021-07-12T11:56:50.830" v="194" actId="2711"/>
          <ac:spMkLst>
            <pc:docMk/>
            <pc:sldMk cId="3802387367" sldId="269"/>
            <ac:spMk id="18" creationId="{EFDF89B1-5D7D-4A06-8B50-5BA4E8E3ECF1}"/>
          </ac:spMkLst>
        </pc:spChg>
        <pc:picChg chg="del">
          <ac:chgData name="김정호" userId="a115ac67-88fc-423e-bd34-78ee0fe0a2b7" providerId="ADAL" clId="{546BF634-3F07-4E62-BB86-A66F7443F0BB}" dt="2021-07-12T11:46:14.323" v="102" actId="478"/>
          <ac:picMkLst>
            <pc:docMk/>
            <pc:sldMk cId="3802387367" sldId="269"/>
            <ac:picMk id="8" creationId="{92F9D275-5318-412F-8E49-74FCF813840D}"/>
          </ac:picMkLst>
        </pc:picChg>
        <pc:picChg chg="add mod">
          <ac:chgData name="김정호" userId="a115ac67-88fc-423e-bd34-78ee0fe0a2b7" providerId="ADAL" clId="{546BF634-3F07-4E62-BB86-A66F7443F0BB}" dt="2021-07-12T11:46:19.182" v="103" actId="1076"/>
          <ac:picMkLst>
            <pc:docMk/>
            <pc:sldMk cId="3802387367" sldId="269"/>
            <ac:picMk id="19" creationId="{8587D653-39EC-4AE4-8C3B-ECF0D039FB76}"/>
          </ac:picMkLst>
        </pc:picChg>
        <pc:picChg chg="del">
          <ac:chgData name="김정호" userId="a115ac67-88fc-423e-bd34-78ee0fe0a2b7" providerId="ADAL" clId="{546BF634-3F07-4E62-BB86-A66F7443F0BB}" dt="2021-07-12T11:46:21.059" v="104" actId="478"/>
          <ac:picMkLst>
            <pc:docMk/>
            <pc:sldMk cId="3802387367" sldId="269"/>
            <ac:picMk id="20" creationId="{55422D01-CF98-426C-9DD5-6FF297B5DB32}"/>
          </ac:picMkLst>
        </pc:picChg>
        <pc:picChg chg="add mod modCrop">
          <ac:chgData name="김정호" userId="a115ac67-88fc-423e-bd34-78ee0fe0a2b7" providerId="ADAL" clId="{546BF634-3F07-4E62-BB86-A66F7443F0BB}" dt="2021-07-12T11:48:48.651" v="129" actId="732"/>
          <ac:picMkLst>
            <pc:docMk/>
            <pc:sldMk cId="3802387367" sldId="269"/>
            <ac:picMk id="22" creationId="{304C61DC-ADC1-41F9-9ABF-36707CB37D21}"/>
          </ac:picMkLst>
        </pc:picChg>
      </pc:sldChg>
      <pc:sldChg chg="addSp delSp modSp mod">
        <pc:chgData name="김정호" userId="a115ac67-88fc-423e-bd34-78ee0fe0a2b7" providerId="ADAL" clId="{546BF634-3F07-4E62-BB86-A66F7443F0BB}" dt="2021-07-12T12:05:20.250" v="287" actId="1076"/>
        <pc:sldMkLst>
          <pc:docMk/>
          <pc:sldMk cId="3253722260" sldId="270"/>
        </pc:sldMkLst>
        <pc:spChg chg="mod">
          <ac:chgData name="김정호" userId="a115ac67-88fc-423e-bd34-78ee0fe0a2b7" providerId="ADAL" clId="{546BF634-3F07-4E62-BB86-A66F7443F0BB}" dt="2021-07-12T12:05:20.250" v="287" actId="1076"/>
          <ac:spMkLst>
            <pc:docMk/>
            <pc:sldMk cId="3253722260" sldId="270"/>
            <ac:spMk id="18" creationId="{D02EDABA-E0E5-4AFC-B975-18369229FC35}"/>
          </ac:spMkLst>
        </pc:spChg>
        <pc:spChg chg="del mod">
          <ac:chgData name="김정호" userId="a115ac67-88fc-423e-bd34-78ee0fe0a2b7" providerId="ADAL" clId="{546BF634-3F07-4E62-BB86-A66F7443F0BB}" dt="2021-07-12T12:05:12.517" v="286" actId="478"/>
          <ac:spMkLst>
            <pc:docMk/>
            <pc:sldMk cId="3253722260" sldId="270"/>
            <ac:spMk id="19" creationId="{D4A74952-4490-4089-AC57-658CA126E987}"/>
          </ac:spMkLst>
        </pc:spChg>
        <pc:spChg chg="mod">
          <ac:chgData name="김정호" userId="a115ac67-88fc-423e-bd34-78ee0fe0a2b7" providerId="ADAL" clId="{546BF634-3F07-4E62-BB86-A66F7443F0BB}" dt="2021-07-12T12:05:20.250" v="287" actId="1076"/>
          <ac:spMkLst>
            <pc:docMk/>
            <pc:sldMk cId="3253722260" sldId="270"/>
            <ac:spMk id="21" creationId="{8113EFF0-C2CC-4643-AE93-1BC701FAA589}"/>
          </ac:spMkLst>
        </pc:spChg>
        <pc:picChg chg="del">
          <ac:chgData name="김정호" userId="a115ac67-88fc-423e-bd34-78ee0fe0a2b7" providerId="ADAL" clId="{546BF634-3F07-4E62-BB86-A66F7443F0BB}" dt="2021-07-12T11:46:45.102" v="110" actId="478"/>
          <ac:picMkLst>
            <pc:docMk/>
            <pc:sldMk cId="3253722260" sldId="270"/>
            <ac:picMk id="8" creationId="{29AF40AA-6716-4FC3-89CC-6FF847456371}"/>
          </ac:picMkLst>
        </pc:picChg>
        <pc:picChg chg="add mod">
          <ac:chgData name="김정호" userId="a115ac67-88fc-423e-bd34-78ee0fe0a2b7" providerId="ADAL" clId="{546BF634-3F07-4E62-BB86-A66F7443F0BB}" dt="2021-07-12T12:05:20.250" v="287" actId="1076"/>
          <ac:picMkLst>
            <pc:docMk/>
            <pc:sldMk cId="3253722260" sldId="270"/>
            <ac:picMk id="10" creationId="{F07A74D9-89AC-4A0E-A189-DB58344A6069}"/>
          </ac:picMkLst>
        </pc:picChg>
        <pc:picChg chg="del">
          <ac:chgData name="김정호" userId="a115ac67-88fc-423e-bd34-78ee0fe0a2b7" providerId="ADAL" clId="{546BF634-3F07-4E62-BB86-A66F7443F0BB}" dt="2021-07-12T11:46:52.084" v="112" actId="478"/>
          <ac:picMkLst>
            <pc:docMk/>
            <pc:sldMk cId="3253722260" sldId="270"/>
            <ac:picMk id="20" creationId="{35F46EAF-B7B7-499E-901F-E8D508B6305F}"/>
          </ac:picMkLst>
        </pc:picChg>
        <pc:picChg chg="add mod modCrop">
          <ac:chgData name="김정호" userId="a115ac67-88fc-423e-bd34-78ee0fe0a2b7" providerId="ADAL" clId="{546BF634-3F07-4E62-BB86-A66F7443F0BB}" dt="2021-07-12T12:05:20.250" v="287" actId="1076"/>
          <ac:picMkLst>
            <pc:docMk/>
            <pc:sldMk cId="3253722260" sldId="270"/>
            <ac:picMk id="23" creationId="{AFE26C6B-D155-43ED-92FC-DA2EE6C4A74C}"/>
          </ac:picMkLst>
        </pc:picChg>
        <pc:picChg chg="add mod modCrop">
          <ac:chgData name="김정호" userId="a115ac67-88fc-423e-bd34-78ee0fe0a2b7" providerId="ADAL" clId="{546BF634-3F07-4E62-BB86-A66F7443F0BB}" dt="2021-07-12T12:05:20.250" v="287" actId="1076"/>
          <ac:picMkLst>
            <pc:docMk/>
            <pc:sldMk cId="3253722260" sldId="270"/>
            <ac:picMk id="25" creationId="{C4F7B476-BAA8-4032-AD99-4DBA09B27912}"/>
          </ac:picMkLst>
        </pc:picChg>
      </pc:sldChg>
      <pc:sldChg chg="addSp delSp modSp mod">
        <pc:chgData name="김정호" userId="a115ac67-88fc-423e-bd34-78ee0fe0a2b7" providerId="ADAL" clId="{546BF634-3F07-4E62-BB86-A66F7443F0BB}" dt="2021-07-12T12:06:15.020" v="301" actId="6549"/>
        <pc:sldMkLst>
          <pc:docMk/>
          <pc:sldMk cId="624751599" sldId="272"/>
        </pc:sldMkLst>
        <pc:spChg chg="mod">
          <ac:chgData name="김정호" userId="a115ac67-88fc-423e-bd34-78ee0fe0a2b7" providerId="ADAL" clId="{546BF634-3F07-4E62-BB86-A66F7443F0BB}" dt="2021-07-12T11:58:53.282" v="225" actId="2711"/>
          <ac:spMkLst>
            <pc:docMk/>
            <pc:sldMk cId="624751599" sldId="272"/>
            <ac:spMk id="18" creationId="{22F05C82-6D3B-459F-80B5-20B9C41F6C46}"/>
          </ac:spMkLst>
        </pc:spChg>
        <pc:spChg chg="mod">
          <ac:chgData name="김정호" userId="a115ac67-88fc-423e-bd34-78ee0fe0a2b7" providerId="ADAL" clId="{546BF634-3F07-4E62-BB86-A66F7443F0BB}" dt="2021-07-12T12:06:15.020" v="301" actId="6549"/>
          <ac:spMkLst>
            <pc:docMk/>
            <pc:sldMk cId="624751599" sldId="272"/>
            <ac:spMk id="20" creationId="{CDD5D1BE-8876-464A-8AD0-77DF368B9957}"/>
          </ac:spMkLst>
        </pc:spChg>
        <pc:picChg chg="add mod">
          <ac:chgData name="김정호" userId="a115ac67-88fc-423e-bd34-78ee0fe0a2b7" providerId="ADAL" clId="{546BF634-3F07-4E62-BB86-A66F7443F0BB}" dt="2021-07-12T11:47:10.861" v="116" actId="1076"/>
          <ac:picMkLst>
            <pc:docMk/>
            <pc:sldMk cId="624751599" sldId="272"/>
            <ac:picMk id="8" creationId="{70285007-4A35-4479-A887-F5E87494DD5A}"/>
          </ac:picMkLst>
        </pc:picChg>
        <pc:picChg chg="del">
          <ac:chgData name="김정호" userId="a115ac67-88fc-423e-bd34-78ee0fe0a2b7" providerId="ADAL" clId="{546BF634-3F07-4E62-BB86-A66F7443F0BB}" dt="2021-07-12T11:47:03.411" v="115" actId="478"/>
          <ac:picMkLst>
            <pc:docMk/>
            <pc:sldMk cId="624751599" sldId="272"/>
            <ac:picMk id="10" creationId="{CED6B563-625B-40D4-BFB2-99B7573B6073}"/>
          </ac:picMkLst>
        </pc:picChg>
        <pc:picChg chg="del">
          <ac:chgData name="김정호" userId="a115ac67-88fc-423e-bd34-78ee0fe0a2b7" providerId="ADAL" clId="{546BF634-3F07-4E62-BB86-A66F7443F0BB}" dt="2021-07-12T11:47:13.978" v="117" actId="478"/>
          <ac:picMkLst>
            <pc:docMk/>
            <pc:sldMk cId="624751599" sldId="272"/>
            <ac:picMk id="19" creationId="{F05724B3-56FF-4C9D-B482-0532148EA11E}"/>
          </ac:picMkLst>
        </pc:picChg>
        <pc:picChg chg="add mod modCrop">
          <ac:chgData name="김정호" userId="a115ac67-88fc-423e-bd34-78ee0fe0a2b7" providerId="ADAL" clId="{546BF634-3F07-4E62-BB86-A66F7443F0BB}" dt="2021-07-12T11:51:42.507" v="151" actId="732"/>
          <ac:picMkLst>
            <pc:docMk/>
            <pc:sldMk cId="624751599" sldId="272"/>
            <ac:picMk id="22" creationId="{98D812DA-DB98-49C7-88C1-A7968A265A3B}"/>
          </ac:picMkLst>
        </pc:picChg>
        <pc:picChg chg="add mod modCrop">
          <ac:chgData name="김정호" userId="a115ac67-88fc-423e-bd34-78ee0fe0a2b7" providerId="ADAL" clId="{546BF634-3F07-4E62-BB86-A66F7443F0BB}" dt="2021-07-12T11:53:01.240" v="163" actId="732"/>
          <ac:picMkLst>
            <pc:docMk/>
            <pc:sldMk cId="624751599" sldId="272"/>
            <ac:picMk id="24" creationId="{42901575-8FDB-481D-9C13-EF3F1593748A}"/>
          </ac:picMkLst>
        </pc:picChg>
      </pc:sldChg>
      <pc:sldChg chg="addSp delSp modSp del mod">
        <pc:chgData name="김정호" userId="a115ac67-88fc-423e-bd34-78ee0fe0a2b7" providerId="ADAL" clId="{546BF634-3F07-4E62-BB86-A66F7443F0BB}" dt="2021-07-18T11:27:29.300" v="668" actId="47"/>
        <pc:sldMkLst>
          <pc:docMk/>
          <pc:sldMk cId="3354675266" sldId="273"/>
        </pc:sldMkLst>
        <pc:spChg chg="mod">
          <ac:chgData name="김정호" userId="a115ac67-88fc-423e-bd34-78ee0fe0a2b7" providerId="ADAL" clId="{546BF634-3F07-4E62-BB86-A66F7443F0BB}" dt="2021-07-12T11:44:03.008" v="68" actId="20577"/>
          <ac:spMkLst>
            <pc:docMk/>
            <pc:sldMk cId="3354675266" sldId="273"/>
            <ac:spMk id="9" creationId="{35A597BA-5A42-47FC-8C67-C7A9F8B7045F}"/>
          </ac:spMkLst>
        </pc:spChg>
        <pc:spChg chg="del">
          <ac:chgData name="김정호" userId="a115ac67-88fc-423e-bd34-78ee0fe0a2b7" providerId="ADAL" clId="{546BF634-3F07-4E62-BB86-A66F7443F0BB}" dt="2021-07-12T12:07:40.705" v="311" actId="478"/>
          <ac:spMkLst>
            <pc:docMk/>
            <pc:sldMk cId="3354675266" sldId="273"/>
            <ac:spMk id="18" creationId="{22F05C82-6D3B-459F-80B5-20B9C41F6C46}"/>
          </ac:spMkLst>
        </pc:spChg>
        <pc:graphicFrameChg chg="add del mod">
          <ac:chgData name="김정호" userId="a115ac67-88fc-423e-bd34-78ee0fe0a2b7" providerId="ADAL" clId="{546BF634-3F07-4E62-BB86-A66F7443F0BB}" dt="2021-07-12T12:08:24.989" v="314" actId="478"/>
          <ac:graphicFrameMkLst>
            <pc:docMk/>
            <pc:sldMk cId="3354675266" sldId="273"/>
            <ac:graphicFrameMk id="3" creationId="{CEF206AF-8EDD-467C-942E-4F48735797DC}"/>
          </ac:graphicFrameMkLst>
        </pc:graphicFrameChg>
        <pc:graphicFrameChg chg="add del mod">
          <ac:chgData name="김정호" userId="a115ac67-88fc-423e-bd34-78ee0fe0a2b7" providerId="ADAL" clId="{546BF634-3F07-4E62-BB86-A66F7443F0BB}" dt="2021-07-12T12:08:41.358" v="317" actId="478"/>
          <ac:graphicFrameMkLst>
            <pc:docMk/>
            <pc:sldMk cId="3354675266" sldId="273"/>
            <ac:graphicFrameMk id="8" creationId="{871E41C5-9997-4712-BFD5-02D33803DB4C}"/>
          </ac:graphicFrameMkLst>
        </pc:graphicFrameChg>
        <pc:graphicFrameChg chg="add mod modGraphic">
          <ac:chgData name="김정호" userId="a115ac67-88fc-423e-bd34-78ee0fe0a2b7" providerId="ADAL" clId="{546BF634-3F07-4E62-BB86-A66F7443F0BB}" dt="2021-07-13T01:33:33.516" v="666"/>
          <ac:graphicFrameMkLst>
            <pc:docMk/>
            <pc:sldMk cId="3354675266" sldId="273"/>
            <ac:graphicFrameMk id="10" creationId="{ACE3F78B-15B8-401C-8C5D-2D1709AAF457}"/>
          </ac:graphicFrameMkLst>
        </pc:graphicFrameChg>
      </pc:sldChg>
      <pc:sldChg chg="add del">
        <pc:chgData name="김정호" userId="a115ac67-88fc-423e-bd34-78ee0fe0a2b7" providerId="ADAL" clId="{546BF634-3F07-4E62-BB86-A66F7443F0BB}" dt="2021-07-12T11:54:13.542" v="167"/>
        <pc:sldMkLst>
          <pc:docMk/>
          <pc:sldMk cId="3847114678" sldId="280"/>
        </pc:sldMkLst>
      </pc:sldChg>
      <pc:sldChg chg="add">
        <pc:chgData name="김정호" userId="a115ac67-88fc-423e-bd34-78ee0fe0a2b7" providerId="ADAL" clId="{546BF634-3F07-4E62-BB86-A66F7443F0BB}" dt="2021-07-12T11:35:36.344" v="0"/>
        <pc:sldMkLst>
          <pc:docMk/>
          <pc:sldMk cId="2297774391" sldId="281"/>
        </pc:sldMkLst>
      </pc:sldChg>
      <pc:sldChg chg="add">
        <pc:chgData name="김정호" userId="a115ac67-88fc-423e-bd34-78ee0fe0a2b7" providerId="ADAL" clId="{546BF634-3F07-4E62-BB86-A66F7443F0BB}" dt="2021-07-12T11:35:36.344" v="0"/>
        <pc:sldMkLst>
          <pc:docMk/>
          <pc:sldMk cId="3145605889" sldId="282"/>
        </pc:sldMkLst>
      </pc:sldChg>
      <pc:sldChg chg="addSp delSp modSp add mod">
        <pc:chgData name="김정호" userId="a115ac67-88fc-423e-bd34-78ee0fe0a2b7" providerId="ADAL" clId="{546BF634-3F07-4E62-BB86-A66F7443F0BB}" dt="2021-07-12T12:06:42.421" v="310" actId="20577"/>
        <pc:sldMkLst>
          <pc:docMk/>
          <pc:sldMk cId="2295218926" sldId="283"/>
        </pc:sldMkLst>
        <pc:spChg chg="mod">
          <ac:chgData name="김정호" userId="a115ac67-88fc-423e-bd34-78ee0fe0a2b7" providerId="ADAL" clId="{546BF634-3F07-4E62-BB86-A66F7443F0BB}" dt="2021-07-12T11:43:35.682" v="62"/>
          <ac:spMkLst>
            <pc:docMk/>
            <pc:sldMk cId="2295218926" sldId="283"/>
            <ac:spMk id="2" creationId="{00000000-0000-0000-0000-000000000000}"/>
          </ac:spMkLst>
        </pc:spChg>
        <pc:spChg chg="mod">
          <ac:chgData name="김정호" userId="a115ac67-88fc-423e-bd34-78ee0fe0a2b7" providerId="ADAL" clId="{546BF634-3F07-4E62-BB86-A66F7443F0BB}" dt="2021-07-12T11:43:56.156" v="64" actId="20577"/>
          <ac:spMkLst>
            <pc:docMk/>
            <pc:sldMk cId="2295218926" sldId="283"/>
            <ac:spMk id="9" creationId="{35A597BA-5A42-47FC-8C67-C7A9F8B7045F}"/>
          </ac:spMkLst>
        </pc:spChg>
        <pc:spChg chg="mod">
          <ac:chgData name="김정호" userId="a115ac67-88fc-423e-bd34-78ee0fe0a2b7" providerId="ADAL" clId="{546BF634-3F07-4E62-BB86-A66F7443F0BB}" dt="2021-07-12T11:59:22.519" v="232" actId="2711"/>
          <ac:spMkLst>
            <pc:docMk/>
            <pc:sldMk cId="2295218926" sldId="283"/>
            <ac:spMk id="18" creationId="{22F05C82-6D3B-459F-80B5-20B9C41F6C46}"/>
          </ac:spMkLst>
        </pc:spChg>
        <pc:spChg chg="mod">
          <ac:chgData name="김정호" userId="a115ac67-88fc-423e-bd34-78ee0fe0a2b7" providerId="ADAL" clId="{546BF634-3F07-4E62-BB86-A66F7443F0BB}" dt="2021-07-12T12:06:42.421" v="310" actId="20577"/>
          <ac:spMkLst>
            <pc:docMk/>
            <pc:sldMk cId="2295218926" sldId="283"/>
            <ac:spMk id="20" creationId="{CDD5D1BE-8876-464A-8AD0-77DF368B9957}"/>
          </ac:spMkLst>
        </pc:spChg>
        <pc:picChg chg="del">
          <ac:chgData name="김정호" userId="a115ac67-88fc-423e-bd34-78ee0fe0a2b7" providerId="ADAL" clId="{546BF634-3F07-4E62-BB86-A66F7443F0BB}" dt="2021-07-12T11:43:29.988" v="49" actId="478"/>
          <ac:picMkLst>
            <pc:docMk/>
            <pc:sldMk cId="2295218926" sldId="283"/>
            <ac:picMk id="8" creationId="{70285007-4A35-4479-A887-F5E87494DD5A}"/>
          </ac:picMkLst>
        </pc:picChg>
        <pc:picChg chg="del">
          <ac:chgData name="김정호" userId="a115ac67-88fc-423e-bd34-78ee0fe0a2b7" providerId="ADAL" clId="{546BF634-3F07-4E62-BB86-A66F7443F0BB}" dt="2021-07-12T11:47:27.772" v="120" actId="478"/>
          <ac:picMkLst>
            <pc:docMk/>
            <pc:sldMk cId="2295218926" sldId="283"/>
            <ac:picMk id="10" creationId="{CED6B563-625B-40D4-BFB2-99B7573B6073}"/>
          </ac:picMkLst>
        </pc:picChg>
        <pc:picChg chg="del">
          <ac:chgData name="김정호" userId="a115ac67-88fc-423e-bd34-78ee0fe0a2b7" providerId="ADAL" clId="{546BF634-3F07-4E62-BB86-A66F7443F0BB}" dt="2021-07-12T11:47:33.190" v="122" actId="478"/>
          <ac:picMkLst>
            <pc:docMk/>
            <pc:sldMk cId="2295218926" sldId="283"/>
            <ac:picMk id="19" creationId="{F05724B3-56FF-4C9D-B482-0532148EA11E}"/>
          </ac:picMkLst>
        </pc:picChg>
        <pc:picChg chg="add mod">
          <ac:chgData name="김정호" userId="a115ac67-88fc-423e-bd34-78ee0fe0a2b7" providerId="ADAL" clId="{546BF634-3F07-4E62-BB86-A66F7443F0BB}" dt="2021-07-12T11:47:31.547" v="121" actId="1076"/>
          <ac:picMkLst>
            <pc:docMk/>
            <pc:sldMk cId="2295218926" sldId="283"/>
            <ac:picMk id="21" creationId="{1FE8C0A6-CEF4-4CAF-AB72-AC68E97BB942}"/>
          </ac:picMkLst>
        </pc:picChg>
        <pc:picChg chg="del">
          <ac:chgData name="김정호" userId="a115ac67-88fc-423e-bd34-78ee0fe0a2b7" providerId="ADAL" clId="{546BF634-3F07-4E62-BB86-A66F7443F0BB}" dt="2021-07-12T11:43:30.515" v="50" actId="478"/>
          <ac:picMkLst>
            <pc:docMk/>
            <pc:sldMk cId="2295218926" sldId="283"/>
            <ac:picMk id="22" creationId="{98D812DA-DB98-49C7-88C1-A7968A265A3B}"/>
          </ac:picMkLst>
        </pc:picChg>
        <pc:picChg chg="del">
          <ac:chgData name="김정호" userId="a115ac67-88fc-423e-bd34-78ee0fe0a2b7" providerId="ADAL" clId="{546BF634-3F07-4E62-BB86-A66F7443F0BB}" dt="2021-07-12T11:43:31.347" v="51" actId="478"/>
          <ac:picMkLst>
            <pc:docMk/>
            <pc:sldMk cId="2295218926" sldId="283"/>
            <ac:picMk id="24" creationId="{42901575-8FDB-481D-9C13-EF3F1593748A}"/>
          </ac:picMkLst>
        </pc:picChg>
        <pc:picChg chg="add mod modCrop">
          <ac:chgData name="김정호" userId="a115ac67-88fc-423e-bd34-78ee0fe0a2b7" providerId="ADAL" clId="{546BF634-3F07-4E62-BB86-A66F7443F0BB}" dt="2021-07-12T11:53:09.251" v="164" actId="732"/>
          <ac:picMkLst>
            <pc:docMk/>
            <pc:sldMk cId="2295218926" sldId="283"/>
            <ac:picMk id="25" creationId="{BEA48A52-9F54-479B-BA6C-C7F170031EBB}"/>
          </ac:picMkLst>
        </pc:picChg>
        <pc:picChg chg="add mod modCrop">
          <ac:chgData name="김정호" userId="a115ac67-88fc-423e-bd34-78ee0fe0a2b7" providerId="ADAL" clId="{546BF634-3F07-4E62-BB86-A66F7443F0BB}" dt="2021-07-12T11:53:14.862" v="165" actId="732"/>
          <ac:picMkLst>
            <pc:docMk/>
            <pc:sldMk cId="2295218926" sldId="283"/>
            <ac:picMk id="27" creationId="{7DEF8048-F4FE-423D-B0D6-48B048725730}"/>
          </ac:picMkLst>
        </pc:picChg>
      </pc:sldChg>
      <pc:sldChg chg="delSp mod">
        <pc:chgData name="김정호" userId="a115ac67-88fc-423e-bd34-78ee0fe0a2b7" providerId="ADAL" clId="{546BF634-3F07-4E62-BB86-A66F7443F0BB}" dt="2021-07-18T11:27:27.647" v="667" actId="478"/>
        <pc:sldMkLst>
          <pc:docMk/>
          <pc:sldMk cId="1141044974" sldId="285"/>
        </pc:sldMkLst>
        <pc:spChg chg="del">
          <ac:chgData name="김정호" userId="a115ac67-88fc-423e-bd34-78ee0fe0a2b7" providerId="ADAL" clId="{546BF634-3F07-4E62-BB86-A66F7443F0BB}" dt="2021-07-18T11:27:27.647" v="667" actId="478"/>
          <ac:spMkLst>
            <pc:docMk/>
            <pc:sldMk cId="1141044974" sldId="285"/>
            <ac:spMk id="2" creationId="{C5CC5282-7C46-432E-9D66-7F76B2621F58}"/>
          </ac:spMkLst>
        </pc:spChg>
      </pc:sldChg>
    </pc:docChg>
  </pc:docChgLst>
  <pc:docChgLst>
    <pc:chgData name="김정호" userId="a115ac67-88fc-423e-bd34-78ee0fe0a2b7" providerId="ADAL" clId="{5F882AFE-A63B-4A84-8CEE-CB0B73CF966D}"/>
    <pc:docChg chg="addSld delSld modSld">
      <pc:chgData name="김정호" userId="a115ac67-88fc-423e-bd34-78ee0fe0a2b7" providerId="ADAL" clId="{5F882AFE-A63B-4A84-8CEE-CB0B73CF966D}" dt="2021-07-21T07:27:46.004" v="81"/>
      <pc:docMkLst>
        <pc:docMk/>
      </pc:docMkLst>
      <pc:sldChg chg="modSp add del mod">
        <pc:chgData name="김정호" userId="a115ac67-88fc-423e-bd34-78ee0fe0a2b7" providerId="ADAL" clId="{5F882AFE-A63B-4A84-8CEE-CB0B73CF966D}" dt="2021-07-21T07:27:18.699" v="46"/>
        <pc:sldMkLst>
          <pc:docMk/>
          <pc:sldMk cId="3421291493" sldId="267"/>
        </pc:sldMkLst>
        <pc:spChg chg="mod">
          <ac:chgData name="김정호" userId="a115ac67-88fc-423e-bd34-78ee0fe0a2b7" providerId="ADAL" clId="{5F882AFE-A63B-4A84-8CEE-CB0B73CF966D}" dt="2021-07-21T07:27:18.699" v="46"/>
          <ac:spMkLst>
            <pc:docMk/>
            <pc:sldMk cId="3421291493" sldId="267"/>
            <ac:spMk id="2" creationId="{00000000-0000-0000-0000-000000000000}"/>
          </ac:spMkLst>
        </pc:spChg>
      </pc:sldChg>
      <pc:sldChg chg="modSp add del mod">
        <pc:chgData name="김정호" userId="a115ac67-88fc-423e-bd34-78ee0fe0a2b7" providerId="ADAL" clId="{5F882AFE-A63B-4A84-8CEE-CB0B73CF966D}" dt="2021-07-21T07:27:05.664" v="41"/>
        <pc:sldMkLst>
          <pc:docMk/>
          <pc:sldMk cId="248195568" sldId="268"/>
        </pc:sldMkLst>
        <pc:spChg chg="mod">
          <ac:chgData name="김정호" userId="a115ac67-88fc-423e-bd34-78ee0fe0a2b7" providerId="ADAL" clId="{5F882AFE-A63B-4A84-8CEE-CB0B73CF966D}" dt="2021-07-21T07:27:05.664" v="41"/>
          <ac:spMkLst>
            <pc:docMk/>
            <pc:sldMk cId="248195568" sldId="268"/>
            <ac:spMk id="2" creationId="{00000000-0000-0000-0000-000000000000}"/>
          </ac:spMkLst>
        </pc:spChg>
      </pc:sldChg>
      <pc:sldChg chg="modSp add del mod">
        <pc:chgData name="김정호" userId="a115ac67-88fc-423e-bd34-78ee0fe0a2b7" providerId="ADAL" clId="{5F882AFE-A63B-4A84-8CEE-CB0B73CF966D}" dt="2021-07-21T07:27:12.664" v="44"/>
        <pc:sldMkLst>
          <pc:docMk/>
          <pc:sldMk cId="3802387367" sldId="269"/>
        </pc:sldMkLst>
        <pc:spChg chg="mod">
          <ac:chgData name="김정호" userId="a115ac67-88fc-423e-bd34-78ee0fe0a2b7" providerId="ADAL" clId="{5F882AFE-A63B-4A84-8CEE-CB0B73CF966D}" dt="2021-07-21T07:27:12.664" v="44"/>
          <ac:spMkLst>
            <pc:docMk/>
            <pc:sldMk cId="3802387367" sldId="269"/>
            <ac:spMk id="2" creationId="{00000000-0000-0000-0000-000000000000}"/>
          </ac:spMkLst>
        </pc:spChg>
      </pc:sldChg>
      <pc:sldChg chg="modSp add del mod">
        <pc:chgData name="김정호" userId="a115ac67-88fc-423e-bd34-78ee0fe0a2b7" providerId="ADAL" clId="{5F882AFE-A63B-4A84-8CEE-CB0B73CF966D}" dt="2021-07-21T07:27:00.987" v="40" actId="20577"/>
        <pc:sldMkLst>
          <pc:docMk/>
          <pc:sldMk cId="1619091305" sldId="286"/>
        </pc:sldMkLst>
        <pc:spChg chg="mod">
          <ac:chgData name="김정호" userId="a115ac67-88fc-423e-bd34-78ee0fe0a2b7" providerId="ADAL" clId="{5F882AFE-A63B-4A84-8CEE-CB0B73CF966D}" dt="2021-07-21T07:27:00.987" v="40" actId="20577"/>
          <ac:spMkLst>
            <pc:docMk/>
            <pc:sldMk cId="1619091305" sldId="286"/>
            <ac:spMk id="20" creationId="{FD29EAED-E6AB-47E1-B15C-AC4EC92D2C14}"/>
          </ac:spMkLst>
        </pc:spChg>
      </pc:sldChg>
      <pc:sldChg chg="modSp add del mod">
        <pc:chgData name="김정호" userId="a115ac67-88fc-423e-bd34-78ee0fe0a2b7" providerId="ADAL" clId="{5F882AFE-A63B-4A84-8CEE-CB0B73CF966D}" dt="2021-07-21T07:27:15.337" v="45"/>
        <pc:sldMkLst>
          <pc:docMk/>
          <pc:sldMk cId="1316719619" sldId="288"/>
        </pc:sldMkLst>
        <pc:spChg chg="mod">
          <ac:chgData name="김정호" userId="a115ac67-88fc-423e-bd34-78ee0fe0a2b7" providerId="ADAL" clId="{5F882AFE-A63B-4A84-8CEE-CB0B73CF966D}" dt="2021-07-21T07:27:15.337" v="45"/>
          <ac:spMkLst>
            <pc:docMk/>
            <pc:sldMk cId="1316719619" sldId="288"/>
            <ac:spMk id="2" creationId="{00000000-0000-0000-0000-000000000000}"/>
          </ac:spMkLst>
        </pc:spChg>
      </pc:sldChg>
      <pc:sldChg chg="modSp add del mod">
        <pc:chgData name="김정호" userId="a115ac67-88fc-423e-bd34-78ee0fe0a2b7" providerId="ADAL" clId="{5F882AFE-A63B-4A84-8CEE-CB0B73CF966D}" dt="2021-07-21T07:27:10.344" v="43"/>
        <pc:sldMkLst>
          <pc:docMk/>
          <pc:sldMk cId="1722105158" sldId="289"/>
        </pc:sldMkLst>
        <pc:spChg chg="mod">
          <ac:chgData name="김정호" userId="a115ac67-88fc-423e-bd34-78ee0fe0a2b7" providerId="ADAL" clId="{5F882AFE-A63B-4A84-8CEE-CB0B73CF966D}" dt="2021-07-21T07:27:10.344" v="43"/>
          <ac:spMkLst>
            <pc:docMk/>
            <pc:sldMk cId="1722105158" sldId="289"/>
            <ac:spMk id="2" creationId="{00000000-0000-0000-0000-000000000000}"/>
          </ac:spMkLst>
        </pc:spChg>
      </pc:sldChg>
      <pc:sldChg chg="modSp add del mod">
        <pc:chgData name="김정호" userId="a115ac67-88fc-423e-bd34-78ee0fe0a2b7" providerId="ADAL" clId="{5F882AFE-A63B-4A84-8CEE-CB0B73CF966D}" dt="2021-07-21T07:27:08.097" v="42"/>
        <pc:sldMkLst>
          <pc:docMk/>
          <pc:sldMk cId="2449107574" sldId="290"/>
        </pc:sldMkLst>
        <pc:spChg chg="mod">
          <ac:chgData name="김정호" userId="a115ac67-88fc-423e-bd34-78ee0fe0a2b7" providerId="ADAL" clId="{5F882AFE-A63B-4A84-8CEE-CB0B73CF966D}" dt="2021-07-21T07:27:08.097" v="42"/>
          <ac:spMkLst>
            <pc:docMk/>
            <pc:sldMk cId="2449107574" sldId="290"/>
            <ac:spMk id="2" creationId="{00000000-0000-0000-0000-000000000000}"/>
          </ac:spMkLst>
        </pc:spChg>
      </pc:sldChg>
      <pc:sldChg chg="add">
        <pc:chgData name="김정호" userId="a115ac67-88fc-423e-bd34-78ee0fe0a2b7" providerId="ADAL" clId="{5F882AFE-A63B-4A84-8CEE-CB0B73CF966D}" dt="2021-07-21T07:25:06.574" v="0"/>
        <pc:sldMkLst>
          <pc:docMk/>
          <pc:sldMk cId="1344036104" sldId="291"/>
        </pc:sldMkLst>
      </pc:sldChg>
      <pc:sldChg chg="add">
        <pc:chgData name="김정호" userId="a115ac67-88fc-423e-bd34-78ee0fe0a2b7" providerId="ADAL" clId="{5F882AFE-A63B-4A84-8CEE-CB0B73CF966D}" dt="2021-07-21T07:25:30.400" v="2"/>
        <pc:sldMkLst>
          <pc:docMk/>
          <pc:sldMk cId="1933095506" sldId="292"/>
        </pc:sldMkLst>
      </pc:sldChg>
      <pc:sldChg chg="add">
        <pc:chgData name="김정호" userId="a115ac67-88fc-423e-bd34-78ee0fe0a2b7" providerId="ADAL" clId="{5F882AFE-A63B-4A84-8CEE-CB0B73CF966D}" dt="2021-07-21T07:25:30.400" v="2"/>
        <pc:sldMkLst>
          <pc:docMk/>
          <pc:sldMk cId="3249598593" sldId="293"/>
        </pc:sldMkLst>
      </pc:sldChg>
      <pc:sldChg chg="add">
        <pc:chgData name="김정호" userId="a115ac67-88fc-423e-bd34-78ee0fe0a2b7" providerId="ADAL" clId="{5F882AFE-A63B-4A84-8CEE-CB0B73CF966D}" dt="2021-07-21T07:25:30.400" v="2"/>
        <pc:sldMkLst>
          <pc:docMk/>
          <pc:sldMk cId="1994943323" sldId="294"/>
        </pc:sldMkLst>
      </pc:sldChg>
      <pc:sldChg chg="add">
        <pc:chgData name="김정호" userId="a115ac67-88fc-423e-bd34-78ee0fe0a2b7" providerId="ADAL" clId="{5F882AFE-A63B-4A84-8CEE-CB0B73CF966D}" dt="2021-07-21T07:25:30.400" v="2"/>
        <pc:sldMkLst>
          <pc:docMk/>
          <pc:sldMk cId="4005997189" sldId="295"/>
        </pc:sldMkLst>
      </pc:sldChg>
      <pc:sldChg chg="add">
        <pc:chgData name="김정호" userId="a115ac67-88fc-423e-bd34-78ee0fe0a2b7" providerId="ADAL" clId="{5F882AFE-A63B-4A84-8CEE-CB0B73CF966D}" dt="2021-07-21T07:25:30.400" v="2"/>
        <pc:sldMkLst>
          <pc:docMk/>
          <pc:sldMk cId="80004714" sldId="296"/>
        </pc:sldMkLst>
      </pc:sldChg>
      <pc:sldChg chg="modSp add mod">
        <pc:chgData name="김정호" userId="a115ac67-88fc-423e-bd34-78ee0fe0a2b7" providerId="ADAL" clId="{5F882AFE-A63B-4A84-8CEE-CB0B73CF966D}" dt="2021-07-21T07:27:46.004" v="81"/>
        <pc:sldMkLst>
          <pc:docMk/>
          <pc:sldMk cId="4202701515" sldId="297"/>
        </pc:sldMkLst>
        <pc:spChg chg="mod">
          <ac:chgData name="김정호" userId="a115ac67-88fc-423e-bd34-78ee0fe0a2b7" providerId="ADAL" clId="{5F882AFE-A63B-4A84-8CEE-CB0B73CF966D}" dt="2021-07-21T07:27:46.004" v="81"/>
          <ac:spMkLst>
            <pc:docMk/>
            <pc:sldMk cId="4202701515" sldId="297"/>
            <ac:spMk id="20" creationId="{FD29EAED-E6AB-47E1-B15C-AC4EC92D2C14}"/>
          </ac:spMkLst>
        </pc:spChg>
      </pc:sldChg>
    </pc:docChg>
  </pc:docChgLst>
  <pc:docChgLst>
    <pc:chgData name="김정호" userId="a115ac67-88fc-423e-bd34-78ee0fe0a2b7" providerId="ADAL" clId="{E1E0E81B-6216-48B0-A2D5-A3648E4349AD}"/>
    <pc:docChg chg="modSld">
      <pc:chgData name="김정호" userId="a115ac67-88fc-423e-bd34-78ee0fe0a2b7" providerId="ADAL" clId="{E1E0E81B-6216-48B0-A2D5-A3648E4349AD}" dt="2021-06-25T03:49:57.635" v="45" actId="14100"/>
      <pc:docMkLst>
        <pc:docMk/>
      </pc:docMkLst>
      <pc:sldChg chg="modSp mod">
        <pc:chgData name="김정호" userId="a115ac67-88fc-423e-bd34-78ee0fe0a2b7" providerId="ADAL" clId="{E1E0E81B-6216-48B0-A2D5-A3648E4349AD}" dt="2021-06-25T03:49:57.635" v="45" actId="14100"/>
        <pc:sldMkLst>
          <pc:docMk/>
          <pc:sldMk cId="3421291493" sldId="267"/>
        </pc:sldMkLst>
        <pc:spChg chg="mod">
          <ac:chgData name="김정호" userId="a115ac67-88fc-423e-bd34-78ee0fe0a2b7" providerId="ADAL" clId="{E1E0E81B-6216-48B0-A2D5-A3648E4349AD}" dt="2021-06-25T03:49:57.635" v="45" actId="14100"/>
          <ac:spMkLst>
            <pc:docMk/>
            <pc:sldMk cId="3421291493" sldId="267"/>
            <ac:spMk id="18" creationId="{08F67CF5-5B39-40CA-88D2-ABC5A7BF8475}"/>
          </ac:spMkLst>
        </pc:spChg>
      </pc:sldChg>
    </pc:docChg>
  </pc:docChgLst>
  <pc:docChgLst>
    <pc:chgData name="김정호" userId="a115ac67-88fc-423e-bd34-78ee0fe0a2b7" providerId="ADAL" clId="{52AC530C-985B-49AF-9EE4-33927C2EF9D7}"/>
    <pc:docChg chg="undo redo custSel addSld delSld modSld">
      <pc:chgData name="김정호" userId="a115ac67-88fc-423e-bd34-78ee0fe0a2b7" providerId="ADAL" clId="{52AC530C-985B-49AF-9EE4-33927C2EF9D7}" dt="2021-07-21T05:47:33.040" v="2861"/>
      <pc:docMkLst>
        <pc:docMk/>
      </pc:docMkLst>
      <pc:sldChg chg="addSp delSp modSp mod">
        <pc:chgData name="김정호" userId="a115ac67-88fc-423e-bd34-78ee0fe0a2b7" providerId="ADAL" clId="{52AC530C-985B-49AF-9EE4-33927C2EF9D7}" dt="2021-07-21T04:45:53.902" v="2139" actId="1076"/>
        <pc:sldMkLst>
          <pc:docMk/>
          <pc:sldMk cId="450713697" sldId="266"/>
        </pc:sldMkLst>
        <pc:spChg chg="mod">
          <ac:chgData name="김정호" userId="a115ac67-88fc-423e-bd34-78ee0fe0a2b7" providerId="ADAL" clId="{52AC530C-985B-49AF-9EE4-33927C2EF9D7}" dt="2021-07-21T04:41:22.543" v="2070" actId="1076"/>
          <ac:spMkLst>
            <pc:docMk/>
            <pc:sldMk cId="450713697" sldId="266"/>
            <ac:spMk id="2" creationId="{00000000-0000-0000-0000-000000000000}"/>
          </ac:spMkLst>
        </pc:spChg>
        <pc:spChg chg="mod">
          <ac:chgData name="김정호" userId="a115ac67-88fc-423e-bd34-78ee0fe0a2b7" providerId="ADAL" clId="{52AC530C-985B-49AF-9EE4-33927C2EF9D7}" dt="2021-07-21T04:41:22.543" v="2070" actId="1076"/>
          <ac:spMkLst>
            <pc:docMk/>
            <pc:sldMk cId="450713697" sldId="266"/>
            <ac:spMk id="9" creationId="{35A597BA-5A42-47FC-8C67-C7A9F8B7045F}"/>
          </ac:spMkLst>
        </pc:spChg>
        <pc:spChg chg="add del">
          <ac:chgData name="김정호" userId="a115ac67-88fc-423e-bd34-78ee0fe0a2b7" providerId="ADAL" clId="{52AC530C-985B-49AF-9EE4-33927C2EF9D7}" dt="2021-07-21T04:38:53.372" v="2069"/>
          <ac:spMkLst>
            <pc:docMk/>
            <pc:sldMk cId="450713697" sldId="266"/>
            <ac:spMk id="10" creationId="{084AEC33-A230-49FF-B28E-EF7B0321B4F1}"/>
          </ac:spMkLst>
        </pc:spChg>
        <pc:spChg chg="add mod">
          <ac:chgData name="김정호" userId="a115ac67-88fc-423e-bd34-78ee0fe0a2b7" providerId="ADAL" clId="{52AC530C-985B-49AF-9EE4-33927C2EF9D7}" dt="2021-07-21T04:45:53.902" v="2139" actId="1076"/>
          <ac:spMkLst>
            <pc:docMk/>
            <pc:sldMk cId="450713697" sldId="266"/>
            <ac:spMk id="21" creationId="{32556AD2-266F-46C3-9DA4-32E8391E0D77}"/>
          </ac:spMkLst>
        </pc:spChg>
        <pc:spChg chg="mod">
          <ac:chgData name="김정호" userId="a115ac67-88fc-423e-bd34-78ee0fe0a2b7" providerId="ADAL" clId="{52AC530C-985B-49AF-9EE4-33927C2EF9D7}" dt="2021-07-21T04:45:14.760" v="2127" actId="1076"/>
          <ac:spMkLst>
            <pc:docMk/>
            <pc:sldMk cId="450713697" sldId="266"/>
            <ac:spMk id="22" creationId="{EBDF6CE3-7535-4A23-95BB-C9264FF259A0}"/>
          </ac:spMkLst>
        </pc:spChg>
        <pc:spChg chg="add del mod">
          <ac:chgData name="김정호" userId="a115ac67-88fc-423e-bd34-78ee0fe0a2b7" providerId="ADAL" clId="{52AC530C-985B-49AF-9EE4-33927C2EF9D7}" dt="2021-07-21T04:42:27.727" v="2100"/>
          <ac:spMkLst>
            <pc:docMk/>
            <pc:sldMk cId="450713697" sldId="266"/>
            <ac:spMk id="23" creationId="{ECE1203D-3DBC-4E75-9565-79FA0476365A}"/>
          </ac:spMkLst>
        </pc:spChg>
        <pc:spChg chg="mod">
          <ac:chgData name="김정호" userId="a115ac67-88fc-423e-bd34-78ee0fe0a2b7" providerId="ADAL" clId="{52AC530C-985B-49AF-9EE4-33927C2EF9D7}" dt="2021-07-21T04:45:44.755" v="2137" actId="1076"/>
          <ac:spMkLst>
            <pc:docMk/>
            <pc:sldMk cId="450713697" sldId="266"/>
            <ac:spMk id="25" creationId="{D501B810-5CF0-432F-9A3B-0AD06CC88B15}"/>
          </ac:spMkLst>
        </pc:spChg>
        <pc:grpChg chg="mod">
          <ac:chgData name="김정호" userId="a115ac67-88fc-423e-bd34-78ee0fe0a2b7" providerId="ADAL" clId="{52AC530C-985B-49AF-9EE4-33927C2EF9D7}" dt="2021-07-21T04:41:22.543" v="2070" actId="1076"/>
          <ac:grpSpMkLst>
            <pc:docMk/>
            <pc:sldMk cId="450713697" sldId="266"/>
            <ac:grpSpMk id="11" creationId="{EBB2E97A-658A-4C0D-A24C-7D10456EB1F7}"/>
          </ac:grpSpMkLst>
        </pc:grpChg>
        <pc:picChg chg="mod">
          <ac:chgData name="김정호" userId="a115ac67-88fc-423e-bd34-78ee0fe0a2b7" providerId="ADAL" clId="{52AC530C-985B-49AF-9EE4-33927C2EF9D7}" dt="2021-07-21T04:45:44.755" v="2137" actId="1076"/>
          <ac:picMkLst>
            <pc:docMk/>
            <pc:sldMk cId="450713697" sldId="266"/>
            <ac:picMk id="8" creationId="{70EBFDF5-9990-475D-891C-C725E8747B48}"/>
          </ac:picMkLst>
        </pc:picChg>
        <pc:picChg chg="mod">
          <ac:chgData name="김정호" userId="a115ac67-88fc-423e-bd34-78ee0fe0a2b7" providerId="ADAL" clId="{52AC530C-985B-49AF-9EE4-33927C2EF9D7}" dt="2021-07-21T04:45:49.634" v="2138" actId="1076"/>
          <ac:picMkLst>
            <pc:docMk/>
            <pc:sldMk cId="450713697" sldId="266"/>
            <ac:picMk id="28" creationId="{7E08D18C-FA05-4767-8EEA-7C2C2F0E180D}"/>
          </ac:picMkLst>
        </pc:picChg>
        <pc:picChg chg="mod">
          <ac:chgData name="김정호" userId="a115ac67-88fc-423e-bd34-78ee0fe0a2b7" providerId="ADAL" clId="{52AC530C-985B-49AF-9EE4-33927C2EF9D7}" dt="2021-07-21T04:45:49.634" v="2138" actId="1076"/>
          <ac:picMkLst>
            <pc:docMk/>
            <pc:sldMk cId="450713697" sldId="266"/>
            <ac:picMk id="1026" creationId="{1F3EBDB3-C19C-401F-8863-98F0CBCC973D}"/>
          </ac:picMkLst>
        </pc:picChg>
      </pc:sldChg>
      <pc:sldChg chg="addSp delSp modSp mod">
        <pc:chgData name="김정호" userId="a115ac67-88fc-423e-bd34-78ee0fe0a2b7" providerId="ADAL" clId="{52AC530C-985B-49AF-9EE4-33927C2EF9D7}" dt="2021-07-21T05:05:04.288" v="2613" actId="692"/>
        <pc:sldMkLst>
          <pc:docMk/>
          <pc:sldMk cId="3421291493" sldId="267"/>
        </pc:sldMkLst>
        <pc:spChg chg="mod">
          <ac:chgData name="김정호" userId="a115ac67-88fc-423e-bd34-78ee0fe0a2b7" providerId="ADAL" clId="{52AC530C-985B-49AF-9EE4-33927C2EF9D7}" dt="2021-07-21T04:46:37.396" v="2157" actId="20577"/>
          <ac:spMkLst>
            <pc:docMk/>
            <pc:sldMk cId="3421291493" sldId="267"/>
            <ac:spMk id="2" creationId="{00000000-0000-0000-0000-000000000000}"/>
          </ac:spMkLst>
        </pc:spChg>
        <pc:spChg chg="mod">
          <ac:chgData name="김정호" userId="a115ac67-88fc-423e-bd34-78ee0fe0a2b7" providerId="ADAL" clId="{52AC530C-985B-49AF-9EE4-33927C2EF9D7}" dt="2021-07-21T02:49:10.265" v="1608" actId="1076"/>
          <ac:spMkLst>
            <pc:docMk/>
            <pc:sldMk cId="3421291493" sldId="267"/>
            <ac:spMk id="9" creationId="{35A597BA-5A42-47FC-8C67-C7A9F8B7045F}"/>
          </ac:spMkLst>
        </pc:spChg>
        <pc:spChg chg="del mod">
          <ac:chgData name="김정호" userId="a115ac67-88fc-423e-bd34-78ee0fe0a2b7" providerId="ADAL" clId="{52AC530C-985B-49AF-9EE4-33927C2EF9D7}" dt="2021-07-21T02:23:16.661" v="859" actId="478"/>
          <ac:spMkLst>
            <pc:docMk/>
            <pc:sldMk cId="3421291493" sldId="267"/>
            <ac:spMk id="18" creationId="{08F67CF5-5B39-40CA-88D2-ABC5A7BF8475}"/>
          </ac:spMkLst>
        </pc:spChg>
        <pc:spChg chg="del">
          <ac:chgData name="김정호" userId="a115ac67-88fc-423e-bd34-78ee0fe0a2b7" providerId="ADAL" clId="{52AC530C-985B-49AF-9EE4-33927C2EF9D7}" dt="2021-07-21T02:12:37.875" v="629" actId="478"/>
          <ac:spMkLst>
            <pc:docMk/>
            <pc:sldMk cId="3421291493" sldId="267"/>
            <ac:spMk id="20" creationId="{D301CA17-55A9-4921-858C-17F721AF513B}"/>
          </ac:spMkLst>
        </pc:spChg>
        <pc:spChg chg="del">
          <ac:chgData name="김정호" userId="a115ac67-88fc-423e-bd34-78ee0fe0a2b7" providerId="ADAL" clId="{52AC530C-985B-49AF-9EE4-33927C2EF9D7}" dt="2021-07-21T02:12:23.409" v="627" actId="478"/>
          <ac:spMkLst>
            <pc:docMk/>
            <pc:sldMk cId="3421291493" sldId="267"/>
            <ac:spMk id="21" creationId="{25407677-1926-4677-9FF9-DBE8CB3AE371}"/>
          </ac:spMkLst>
        </pc:spChg>
        <pc:spChg chg="add del mod">
          <ac:chgData name="김정호" userId="a115ac67-88fc-423e-bd34-78ee0fe0a2b7" providerId="ADAL" clId="{52AC530C-985B-49AF-9EE4-33927C2EF9D7}" dt="2021-07-21T05:01:29.036" v="2547" actId="478"/>
          <ac:spMkLst>
            <pc:docMk/>
            <pc:sldMk cId="3421291493" sldId="267"/>
            <ac:spMk id="23" creationId="{EC64F2D6-2E05-4A4D-B916-5D3B643A7C73}"/>
          </ac:spMkLst>
        </pc:spChg>
        <pc:spChg chg="add del mod">
          <ac:chgData name="김정호" userId="a115ac67-88fc-423e-bd34-78ee0fe0a2b7" providerId="ADAL" clId="{52AC530C-985B-49AF-9EE4-33927C2EF9D7}" dt="2021-07-21T05:01:33.619" v="2550" actId="478"/>
          <ac:spMkLst>
            <pc:docMk/>
            <pc:sldMk cId="3421291493" sldId="267"/>
            <ac:spMk id="24" creationId="{E1C095EC-AC94-4CE6-9D43-E3A0C2625407}"/>
          </ac:spMkLst>
        </pc:spChg>
        <pc:spChg chg="add del mod">
          <ac:chgData name="김정호" userId="a115ac67-88fc-423e-bd34-78ee0fe0a2b7" providerId="ADAL" clId="{52AC530C-985B-49AF-9EE4-33927C2EF9D7}" dt="2021-07-21T05:01:32.707" v="2549" actId="478"/>
          <ac:spMkLst>
            <pc:docMk/>
            <pc:sldMk cId="3421291493" sldId="267"/>
            <ac:spMk id="26" creationId="{BB371ECB-07F9-4DFC-BDFD-BFA046CD00D0}"/>
          </ac:spMkLst>
        </pc:spChg>
        <pc:spChg chg="add mod">
          <ac:chgData name="김정호" userId="a115ac67-88fc-423e-bd34-78ee0fe0a2b7" providerId="ADAL" clId="{52AC530C-985B-49AF-9EE4-33927C2EF9D7}" dt="2021-07-21T04:49:52.547" v="2247" actId="1076"/>
          <ac:spMkLst>
            <pc:docMk/>
            <pc:sldMk cId="3421291493" sldId="267"/>
            <ac:spMk id="28" creationId="{4AFEB759-2833-4910-8E91-C802480E74FF}"/>
          </ac:spMkLst>
        </pc:spChg>
        <pc:spChg chg="add del mod">
          <ac:chgData name="김정호" userId="a115ac67-88fc-423e-bd34-78ee0fe0a2b7" providerId="ADAL" clId="{52AC530C-985B-49AF-9EE4-33927C2EF9D7}" dt="2021-07-21T04:47:32.275" v="2211" actId="478"/>
          <ac:spMkLst>
            <pc:docMk/>
            <pc:sldMk cId="3421291493" sldId="267"/>
            <ac:spMk id="29" creationId="{380BD42D-4DF4-40DC-B8A5-B2DC4191D277}"/>
          </ac:spMkLst>
        </pc:spChg>
        <pc:spChg chg="add del mod">
          <ac:chgData name="김정호" userId="a115ac67-88fc-423e-bd34-78ee0fe0a2b7" providerId="ADAL" clId="{52AC530C-985B-49AF-9EE4-33927C2EF9D7}" dt="2021-07-21T05:01:34.740" v="2551" actId="478"/>
          <ac:spMkLst>
            <pc:docMk/>
            <pc:sldMk cId="3421291493" sldId="267"/>
            <ac:spMk id="30" creationId="{0F538485-DA8D-45F0-AFB1-8C4C6CC9A392}"/>
          </ac:spMkLst>
        </pc:spChg>
        <pc:spChg chg="add del mod">
          <ac:chgData name="김정호" userId="a115ac67-88fc-423e-bd34-78ee0fe0a2b7" providerId="ADAL" clId="{52AC530C-985B-49AF-9EE4-33927C2EF9D7}" dt="2021-07-21T05:02:48.804" v="2586" actId="478"/>
          <ac:spMkLst>
            <pc:docMk/>
            <pc:sldMk cId="3421291493" sldId="267"/>
            <ac:spMk id="32" creationId="{1B94F1CB-E285-44BB-B061-B3AE320F627A}"/>
          </ac:spMkLst>
        </pc:spChg>
        <pc:spChg chg="add mod">
          <ac:chgData name="김정호" userId="a115ac67-88fc-423e-bd34-78ee0fe0a2b7" providerId="ADAL" clId="{52AC530C-985B-49AF-9EE4-33927C2EF9D7}" dt="2021-07-21T05:05:04.288" v="2613" actId="692"/>
          <ac:spMkLst>
            <pc:docMk/>
            <pc:sldMk cId="3421291493" sldId="267"/>
            <ac:spMk id="34" creationId="{6B76438B-4E50-4455-A519-41B3B9162EAA}"/>
          </ac:spMkLst>
        </pc:spChg>
        <pc:spChg chg="add mod">
          <ac:chgData name="김정호" userId="a115ac67-88fc-423e-bd34-78ee0fe0a2b7" providerId="ADAL" clId="{52AC530C-985B-49AF-9EE4-33927C2EF9D7}" dt="2021-07-21T05:05:04.288" v="2613" actId="692"/>
          <ac:spMkLst>
            <pc:docMk/>
            <pc:sldMk cId="3421291493" sldId="267"/>
            <ac:spMk id="35" creationId="{DCB71EC1-7F9A-4690-8A63-FCC1C4BA7658}"/>
          </ac:spMkLst>
        </pc:spChg>
        <pc:spChg chg="add mod">
          <ac:chgData name="김정호" userId="a115ac67-88fc-423e-bd34-78ee0fe0a2b7" providerId="ADAL" clId="{52AC530C-985B-49AF-9EE4-33927C2EF9D7}" dt="2021-07-21T05:05:04.288" v="2613" actId="692"/>
          <ac:spMkLst>
            <pc:docMk/>
            <pc:sldMk cId="3421291493" sldId="267"/>
            <ac:spMk id="36" creationId="{EAAF6C27-2FF3-44E1-8EFF-7D77B564E85E}"/>
          </ac:spMkLst>
        </pc:spChg>
        <pc:grpChg chg="mod">
          <ac:chgData name="김정호" userId="a115ac67-88fc-423e-bd34-78ee0fe0a2b7" providerId="ADAL" clId="{52AC530C-985B-49AF-9EE4-33927C2EF9D7}" dt="2021-07-21T02:49:10.265" v="1608" actId="1076"/>
          <ac:grpSpMkLst>
            <pc:docMk/>
            <pc:sldMk cId="3421291493" sldId="267"/>
            <ac:grpSpMk id="11" creationId="{EBB2E97A-658A-4C0D-A24C-7D10456EB1F7}"/>
          </ac:grpSpMkLst>
        </pc:grpChg>
        <pc:picChg chg="del">
          <ac:chgData name="김정호" userId="a115ac67-88fc-423e-bd34-78ee0fe0a2b7" providerId="ADAL" clId="{52AC530C-985B-49AF-9EE4-33927C2EF9D7}" dt="2021-07-21T02:02:39.419" v="525" actId="478"/>
          <ac:picMkLst>
            <pc:docMk/>
            <pc:sldMk cId="3421291493" sldId="267"/>
            <ac:picMk id="8" creationId="{F5E6DE99-89A7-4FD3-A77F-4D3D414EDAA3}"/>
          </ac:picMkLst>
        </pc:picChg>
        <pc:picChg chg="add mod ord">
          <ac:chgData name="김정호" userId="a115ac67-88fc-423e-bd34-78ee0fe0a2b7" providerId="ADAL" clId="{52AC530C-985B-49AF-9EE4-33927C2EF9D7}" dt="2021-07-21T05:01:30.951" v="2548" actId="167"/>
          <ac:picMkLst>
            <pc:docMk/>
            <pc:sldMk cId="3421291493" sldId="267"/>
            <ac:picMk id="10" creationId="{04F45D76-6FAF-4406-A9F0-5AA814FE5681}"/>
          </ac:picMkLst>
        </pc:picChg>
        <pc:picChg chg="add mod ord">
          <ac:chgData name="김정호" userId="a115ac67-88fc-423e-bd34-78ee0fe0a2b7" providerId="ADAL" clId="{52AC530C-985B-49AF-9EE4-33927C2EF9D7}" dt="2021-07-21T05:03:37.339" v="2593" actId="167"/>
          <ac:picMkLst>
            <pc:docMk/>
            <pc:sldMk cId="3421291493" sldId="267"/>
            <ac:picMk id="22" creationId="{11C05F28-5E51-434F-A9CC-272F7811B5BD}"/>
          </ac:picMkLst>
        </pc:picChg>
        <pc:picChg chg="del">
          <ac:chgData name="김정호" userId="a115ac67-88fc-423e-bd34-78ee0fe0a2b7" providerId="ADAL" clId="{52AC530C-985B-49AF-9EE4-33927C2EF9D7}" dt="2021-07-21T02:02:42.440" v="526" actId="478"/>
          <ac:picMkLst>
            <pc:docMk/>
            <pc:sldMk cId="3421291493" sldId="267"/>
            <ac:picMk id="23" creationId="{0C58DCDF-BB42-4ECB-B207-17F1981FE958}"/>
          </ac:picMkLst>
        </pc:picChg>
        <pc:picChg chg="add del mod">
          <ac:chgData name="김정호" userId="a115ac67-88fc-423e-bd34-78ee0fe0a2b7" providerId="ADAL" clId="{52AC530C-985B-49AF-9EE4-33927C2EF9D7}" dt="2021-07-21T04:47:32.275" v="2211" actId="478"/>
          <ac:picMkLst>
            <pc:docMk/>
            <pc:sldMk cId="3421291493" sldId="267"/>
            <ac:picMk id="25" creationId="{F17EEAAF-14ED-404E-B859-30332FCD36EF}"/>
          </ac:picMkLst>
        </pc:picChg>
        <pc:picChg chg="add del mod">
          <ac:chgData name="김정호" userId="a115ac67-88fc-423e-bd34-78ee0fe0a2b7" providerId="ADAL" clId="{52AC530C-985B-49AF-9EE4-33927C2EF9D7}" dt="2021-07-21T04:47:32.275" v="2211" actId="478"/>
          <ac:picMkLst>
            <pc:docMk/>
            <pc:sldMk cId="3421291493" sldId="267"/>
            <ac:picMk id="27" creationId="{3905D571-0819-4D48-B342-8F611FE15E1D}"/>
          </ac:picMkLst>
        </pc:picChg>
        <pc:picChg chg="add mod">
          <ac:chgData name="김정호" userId="a115ac67-88fc-423e-bd34-78ee0fe0a2b7" providerId="ADAL" clId="{52AC530C-985B-49AF-9EE4-33927C2EF9D7}" dt="2021-07-21T04:56:44.073" v="2480" actId="1076"/>
          <ac:picMkLst>
            <pc:docMk/>
            <pc:sldMk cId="3421291493" sldId="267"/>
            <ac:picMk id="31" creationId="{86E3E485-9CC5-4367-ABC6-1974ED9D0465}"/>
          </ac:picMkLst>
        </pc:picChg>
        <pc:picChg chg="add del mod">
          <ac:chgData name="김정호" userId="a115ac67-88fc-423e-bd34-78ee0fe0a2b7" providerId="ADAL" clId="{52AC530C-985B-49AF-9EE4-33927C2EF9D7}" dt="2021-07-21T04:47:32.275" v="2211" actId="478"/>
          <ac:picMkLst>
            <pc:docMk/>
            <pc:sldMk cId="3421291493" sldId="267"/>
            <ac:picMk id="33" creationId="{DEDC8F0D-4183-4DEC-9D22-9A343C6FFCE6}"/>
          </ac:picMkLst>
        </pc:picChg>
      </pc:sldChg>
      <pc:sldChg chg="addSp delSp modSp mod">
        <pc:chgData name="김정호" userId="a115ac67-88fc-423e-bd34-78ee0fe0a2b7" providerId="ADAL" clId="{52AC530C-985B-49AF-9EE4-33927C2EF9D7}" dt="2021-07-21T05:06:44.953" v="2659" actId="571"/>
        <pc:sldMkLst>
          <pc:docMk/>
          <pc:sldMk cId="248195568" sldId="268"/>
        </pc:sldMkLst>
        <pc:spChg chg="mod">
          <ac:chgData name="김정호" userId="a115ac67-88fc-423e-bd34-78ee0fe0a2b7" providerId="ADAL" clId="{52AC530C-985B-49AF-9EE4-33927C2EF9D7}" dt="2021-07-21T04:46:57.340" v="2202" actId="20577"/>
          <ac:spMkLst>
            <pc:docMk/>
            <pc:sldMk cId="248195568" sldId="268"/>
            <ac:spMk id="2" creationId="{00000000-0000-0000-0000-000000000000}"/>
          </ac:spMkLst>
        </pc:spChg>
        <pc:spChg chg="mod">
          <ac:chgData name="김정호" userId="a115ac67-88fc-423e-bd34-78ee0fe0a2b7" providerId="ADAL" clId="{52AC530C-985B-49AF-9EE4-33927C2EF9D7}" dt="2021-07-21T02:23:01.854" v="829" actId="1076"/>
          <ac:spMkLst>
            <pc:docMk/>
            <pc:sldMk cId="248195568" sldId="268"/>
            <ac:spMk id="9" creationId="{35A597BA-5A42-47FC-8C67-C7A9F8B7045F}"/>
          </ac:spMkLst>
        </pc:spChg>
        <pc:spChg chg="del">
          <ac:chgData name="김정호" userId="a115ac67-88fc-423e-bd34-78ee0fe0a2b7" providerId="ADAL" clId="{52AC530C-985B-49AF-9EE4-33927C2EF9D7}" dt="2021-07-21T02:14:14.356" v="696" actId="478"/>
          <ac:spMkLst>
            <pc:docMk/>
            <pc:sldMk cId="248195568" sldId="268"/>
            <ac:spMk id="18" creationId="{EED70AB1-75B9-4B91-86BB-2F8BE7B23B3B}"/>
          </ac:spMkLst>
        </pc:spChg>
        <pc:spChg chg="del">
          <ac:chgData name="김정호" userId="a115ac67-88fc-423e-bd34-78ee0fe0a2b7" providerId="ADAL" clId="{52AC530C-985B-49AF-9EE4-33927C2EF9D7}" dt="2021-07-21T02:14:13.024" v="695" actId="478"/>
          <ac:spMkLst>
            <pc:docMk/>
            <pc:sldMk cId="248195568" sldId="268"/>
            <ac:spMk id="19" creationId="{78C3E572-27E4-4BB8-AFEE-DD48E898B660}"/>
          </ac:spMkLst>
        </pc:spChg>
        <pc:spChg chg="add del mod">
          <ac:chgData name="김정호" userId="a115ac67-88fc-423e-bd34-78ee0fe0a2b7" providerId="ADAL" clId="{52AC530C-985B-49AF-9EE4-33927C2EF9D7}" dt="2021-07-21T04:47:49.274" v="2216" actId="478"/>
          <ac:spMkLst>
            <pc:docMk/>
            <pc:sldMk cId="248195568" sldId="268"/>
            <ac:spMk id="27" creationId="{4D8B9198-764C-4C5E-A2F5-AA388FA4E0F1}"/>
          </ac:spMkLst>
        </pc:spChg>
        <pc:spChg chg="add del mod">
          <ac:chgData name="김정호" userId="a115ac67-88fc-423e-bd34-78ee0fe0a2b7" providerId="ADAL" clId="{52AC530C-985B-49AF-9EE4-33927C2EF9D7}" dt="2021-07-21T04:59:36.091" v="2527" actId="478"/>
          <ac:spMkLst>
            <pc:docMk/>
            <pc:sldMk cId="248195568" sldId="268"/>
            <ac:spMk id="28" creationId="{A64DBC09-2569-43A9-9369-88778A00A4CC}"/>
          </ac:spMkLst>
        </pc:spChg>
        <pc:spChg chg="add mod">
          <ac:chgData name="김정호" userId="a115ac67-88fc-423e-bd34-78ee0fe0a2b7" providerId="ADAL" clId="{52AC530C-985B-49AF-9EE4-33927C2EF9D7}" dt="2021-07-21T04:59:34.630" v="2526" actId="14100"/>
          <ac:spMkLst>
            <pc:docMk/>
            <pc:sldMk cId="248195568" sldId="268"/>
            <ac:spMk id="31" creationId="{F6B6B2DE-BA8B-43F6-9F39-B3325CA3C303}"/>
          </ac:spMkLst>
        </pc:spChg>
        <pc:spChg chg="add mod">
          <ac:chgData name="김정호" userId="a115ac67-88fc-423e-bd34-78ee0fe0a2b7" providerId="ADAL" clId="{52AC530C-985B-49AF-9EE4-33927C2EF9D7}" dt="2021-07-21T05:06:16.387" v="2648" actId="1036"/>
          <ac:spMkLst>
            <pc:docMk/>
            <pc:sldMk cId="248195568" sldId="268"/>
            <ac:spMk id="33" creationId="{BBB74CC1-ADF4-4390-80F1-8E528A9E48A3}"/>
          </ac:spMkLst>
        </pc:spChg>
        <pc:spChg chg="add mod">
          <ac:chgData name="김정호" userId="a115ac67-88fc-423e-bd34-78ee0fe0a2b7" providerId="ADAL" clId="{52AC530C-985B-49AF-9EE4-33927C2EF9D7}" dt="2021-07-21T05:06:19.626" v="2649" actId="571"/>
          <ac:spMkLst>
            <pc:docMk/>
            <pc:sldMk cId="248195568" sldId="268"/>
            <ac:spMk id="34" creationId="{86A127FC-3123-4442-A539-9202163574AB}"/>
          </ac:spMkLst>
        </pc:spChg>
        <pc:spChg chg="add del mod">
          <ac:chgData name="김정호" userId="a115ac67-88fc-423e-bd34-78ee0fe0a2b7" providerId="ADAL" clId="{52AC530C-985B-49AF-9EE4-33927C2EF9D7}" dt="2021-07-21T05:06:21.381" v="2651" actId="21"/>
          <ac:spMkLst>
            <pc:docMk/>
            <pc:sldMk cId="248195568" sldId="268"/>
            <ac:spMk id="36" creationId="{6E479C4C-C4A7-40CB-93A8-3F9F5FDAD544}"/>
          </ac:spMkLst>
        </pc:spChg>
        <pc:spChg chg="add mod">
          <ac:chgData name="김정호" userId="a115ac67-88fc-423e-bd34-78ee0fe0a2b7" providerId="ADAL" clId="{52AC530C-985B-49AF-9EE4-33927C2EF9D7}" dt="2021-07-21T05:06:32.375" v="2654" actId="571"/>
          <ac:spMkLst>
            <pc:docMk/>
            <pc:sldMk cId="248195568" sldId="268"/>
            <ac:spMk id="38" creationId="{74A89E7C-1838-4BFB-8322-B031C46D0F27}"/>
          </ac:spMkLst>
        </pc:spChg>
        <pc:spChg chg="add mod">
          <ac:chgData name="김정호" userId="a115ac67-88fc-423e-bd34-78ee0fe0a2b7" providerId="ADAL" clId="{52AC530C-985B-49AF-9EE4-33927C2EF9D7}" dt="2021-07-21T05:06:37.246" v="2655" actId="571"/>
          <ac:spMkLst>
            <pc:docMk/>
            <pc:sldMk cId="248195568" sldId="268"/>
            <ac:spMk id="39" creationId="{4B74B0AB-860A-441C-A13C-91EF7968B838}"/>
          </ac:spMkLst>
        </pc:spChg>
        <pc:spChg chg="add mod">
          <ac:chgData name="김정호" userId="a115ac67-88fc-423e-bd34-78ee0fe0a2b7" providerId="ADAL" clId="{52AC530C-985B-49AF-9EE4-33927C2EF9D7}" dt="2021-07-21T05:06:39.153" v="2656" actId="571"/>
          <ac:spMkLst>
            <pc:docMk/>
            <pc:sldMk cId="248195568" sldId="268"/>
            <ac:spMk id="40" creationId="{4E1491F6-24B4-4CC9-85E5-EC3024B34248}"/>
          </ac:spMkLst>
        </pc:spChg>
        <pc:spChg chg="add mod">
          <ac:chgData name="김정호" userId="a115ac67-88fc-423e-bd34-78ee0fe0a2b7" providerId="ADAL" clId="{52AC530C-985B-49AF-9EE4-33927C2EF9D7}" dt="2021-07-21T05:06:40.583" v="2658" actId="571"/>
          <ac:spMkLst>
            <pc:docMk/>
            <pc:sldMk cId="248195568" sldId="268"/>
            <ac:spMk id="42" creationId="{40AA20F2-AEE2-4858-8B91-1E7129AE32BA}"/>
          </ac:spMkLst>
        </pc:spChg>
        <pc:spChg chg="add mod">
          <ac:chgData name="김정호" userId="a115ac67-88fc-423e-bd34-78ee0fe0a2b7" providerId="ADAL" clId="{52AC530C-985B-49AF-9EE4-33927C2EF9D7}" dt="2021-07-21T05:06:44.953" v="2659" actId="571"/>
          <ac:spMkLst>
            <pc:docMk/>
            <pc:sldMk cId="248195568" sldId="268"/>
            <ac:spMk id="43" creationId="{C3F02F21-D9C1-464B-897E-4EECEAC79EBF}"/>
          </ac:spMkLst>
        </pc:spChg>
        <pc:grpChg chg="mod">
          <ac:chgData name="김정호" userId="a115ac67-88fc-423e-bd34-78ee0fe0a2b7" providerId="ADAL" clId="{52AC530C-985B-49AF-9EE4-33927C2EF9D7}" dt="2021-07-21T02:23:01.854" v="829" actId="1076"/>
          <ac:grpSpMkLst>
            <pc:docMk/>
            <pc:sldMk cId="248195568" sldId="268"/>
            <ac:grpSpMk id="11" creationId="{EBB2E97A-658A-4C0D-A24C-7D10456EB1F7}"/>
          </ac:grpSpMkLst>
        </pc:grpChg>
        <pc:picChg chg="add del mod">
          <ac:chgData name="김정호" userId="a115ac67-88fc-423e-bd34-78ee0fe0a2b7" providerId="ADAL" clId="{52AC530C-985B-49AF-9EE4-33927C2EF9D7}" dt="2021-07-21T04:47:49.274" v="2216" actId="478"/>
          <ac:picMkLst>
            <pc:docMk/>
            <pc:sldMk cId="248195568" sldId="268"/>
            <ac:picMk id="8" creationId="{646230FB-AAAA-43D3-BA0D-30071ACB422A}"/>
          </ac:picMkLst>
        </pc:picChg>
        <pc:picChg chg="del">
          <ac:chgData name="김정호" userId="a115ac67-88fc-423e-bd34-78ee0fe0a2b7" providerId="ADAL" clId="{52AC530C-985B-49AF-9EE4-33927C2EF9D7}" dt="2021-07-21T02:06:56.091" v="561" actId="478"/>
          <ac:picMkLst>
            <pc:docMk/>
            <pc:sldMk cId="248195568" sldId="268"/>
            <ac:picMk id="10" creationId="{13668D6C-BD79-4B29-9842-DD110AF0868E}"/>
          </ac:picMkLst>
        </pc:picChg>
        <pc:picChg chg="add del mod">
          <ac:chgData name="김정호" userId="a115ac67-88fc-423e-bd34-78ee0fe0a2b7" providerId="ADAL" clId="{52AC530C-985B-49AF-9EE4-33927C2EF9D7}" dt="2021-07-21T04:47:49.274" v="2216" actId="478"/>
          <ac:picMkLst>
            <pc:docMk/>
            <pc:sldMk cId="248195568" sldId="268"/>
            <ac:picMk id="21" creationId="{E103F22A-5F9D-4CCA-BCF7-FFA9E78E5E27}"/>
          </ac:picMkLst>
        </pc:picChg>
        <pc:picChg chg="del">
          <ac:chgData name="김정호" userId="a115ac67-88fc-423e-bd34-78ee0fe0a2b7" providerId="ADAL" clId="{52AC530C-985B-49AF-9EE4-33927C2EF9D7}" dt="2021-07-21T02:06:56.441" v="562" actId="478"/>
          <ac:picMkLst>
            <pc:docMk/>
            <pc:sldMk cId="248195568" sldId="268"/>
            <ac:picMk id="22" creationId="{1D33A453-B7C3-4D47-AC1D-33B0E69DF3DA}"/>
          </ac:picMkLst>
        </pc:picChg>
        <pc:picChg chg="add mod">
          <ac:chgData name="김정호" userId="a115ac67-88fc-423e-bd34-78ee0fe0a2b7" providerId="ADAL" clId="{52AC530C-985B-49AF-9EE4-33927C2EF9D7}" dt="2021-07-21T04:57:25.765" v="2495" actId="571"/>
          <ac:picMkLst>
            <pc:docMk/>
            <pc:sldMk cId="248195568" sldId="268"/>
            <ac:picMk id="23" creationId="{032A2C9F-430F-4207-AB42-E61B6BE4F33F}"/>
          </ac:picMkLst>
        </pc:picChg>
        <pc:picChg chg="add mod">
          <ac:chgData name="김정호" userId="a115ac67-88fc-423e-bd34-78ee0fe0a2b7" providerId="ADAL" clId="{52AC530C-985B-49AF-9EE4-33927C2EF9D7}" dt="2021-07-21T04:57:28.866" v="2496" actId="1076"/>
          <ac:picMkLst>
            <pc:docMk/>
            <pc:sldMk cId="248195568" sldId="268"/>
            <ac:picMk id="24" creationId="{DE0C9FE4-1671-4983-9854-5384F20DF0EA}"/>
          </ac:picMkLst>
        </pc:picChg>
        <pc:picChg chg="add mod">
          <ac:chgData name="김정호" userId="a115ac67-88fc-423e-bd34-78ee0fe0a2b7" providerId="ADAL" clId="{52AC530C-985B-49AF-9EE4-33927C2EF9D7}" dt="2021-07-21T04:57:25.765" v="2495" actId="571"/>
          <ac:picMkLst>
            <pc:docMk/>
            <pc:sldMk cId="248195568" sldId="268"/>
            <ac:picMk id="25" creationId="{E947A64A-0EA0-407A-A900-8FC140C747AB}"/>
          </ac:picMkLst>
        </pc:picChg>
        <pc:picChg chg="add mod ord">
          <ac:chgData name="김정호" userId="a115ac67-88fc-423e-bd34-78ee0fe0a2b7" providerId="ADAL" clId="{52AC530C-985B-49AF-9EE4-33927C2EF9D7}" dt="2021-07-21T05:06:25.541" v="2652" actId="167"/>
          <ac:picMkLst>
            <pc:docMk/>
            <pc:sldMk cId="248195568" sldId="268"/>
            <ac:picMk id="26" creationId="{8641114A-0DB1-4785-B4D4-5F11905E5450}"/>
          </ac:picMkLst>
        </pc:picChg>
        <pc:picChg chg="add mod">
          <ac:chgData name="김정호" userId="a115ac67-88fc-423e-bd34-78ee0fe0a2b7" providerId="ADAL" clId="{52AC530C-985B-49AF-9EE4-33927C2EF9D7}" dt="2021-07-21T04:57:25.765" v="2495" actId="571"/>
          <ac:picMkLst>
            <pc:docMk/>
            <pc:sldMk cId="248195568" sldId="268"/>
            <ac:picMk id="29" creationId="{C81CB621-E443-4953-89EE-B6D35C48F79A}"/>
          </ac:picMkLst>
        </pc:picChg>
        <pc:picChg chg="add del mod">
          <ac:chgData name="김정호" userId="a115ac67-88fc-423e-bd34-78ee0fe0a2b7" providerId="ADAL" clId="{52AC530C-985B-49AF-9EE4-33927C2EF9D7}" dt="2021-07-21T04:47:49.274" v="2216" actId="478"/>
          <ac:picMkLst>
            <pc:docMk/>
            <pc:sldMk cId="248195568" sldId="268"/>
            <ac:picMk id="30" creationId="{CCDFA88F-E9E6-47B9-BE17-DF0695A62708}"/>
          </ac:picMkLst>
        </pc:picChg>
        <pc:picChg chg="add mod">
          <ac:chgData name="김정호" userId="a115ac67-88fc-423e-bd34-78ee0fe0a2b7" providerId="ADAL" clId="{52AC530C-985B-49AF-9EE4-33927C2EF9D7}" dt="2021-07-21T04:58:10.335" v="2501" actId="1076"/>
          <ac:picMkLst>
            <pc:docMk/>
            <pc:sldMk cId="248195568" sldId="268"/>
            <ac:picMk id="32" creationId="{2B3CFA5C-5E24-483A-A5E9-5A3D183B9768}"/>
          </ac:picMkLst>
        </pc:picChg>
        <pc:picChg chg="add del mod">
          <ac:chgData name="김정호" userId="a115ac67-88fc-423e-bd34-78ee0fe0a2b7" providerId="ADAL" clId="{52AC530C-985B-49AF-9EE4-33927C2EF9D7}" dt="2021-07-21T05:06:21.381" v="2651" actId="21"/>
          <ac:picMkLst>
            <pc:docMk/>
            <pc:sldMk cId="248195568" sldId="268"/>
            <ac:picMk id="35" creationId="{1BA1608B-C6E0-4FD3-A29F-A0CE0217E65E}"/>
          </ac:picMkLst>
        </pc:picChg>
        <pc:picChg chg="add mod">
          <ac:chgData name="김정호" userId="a115ac67-88fc-423e-bd34-78ee0fe0a2b7" providerId="ADAL" clId="{52AC530C-985B-49AF-9EE4-33927C2EF9D7}" dt="2021-07-21T05:06:32.375" v="2654" actId="571"/>
          <ac:picMkLst>
            <pc:docMk/>
            <pc:sldMk cId="248195568" sldId="268"/>
            <ac:picMk id="37" creationId="{55D065A3-BD05-4313-9635-AB088460FCD4}"/>
          </ac:picMkLst>
        </pc:picChg>
        <pc:picChg chg="add mod">
          <ac:chgData name="김정호" userId="a115ac67-88fc-423e-bd34-78ee0fe0a2b7" providerId="ADAL" clId="{52AC530C-985B-49AF-9EE4-33927C2EF9D7}" dt="2021-07-21T05:06:40.583" v="2658" actId="571"/>
          <ac:picMkLst>
            <pc:docMk/>
            <pc:sldMk cId="248195568" sldId="268"/>
            <ac:picMk id="41" creationId="{849EC271-F54D-4A47-968C-89FC794F1015}"/>
          </ac:picMkLst>
        </pc:picChg>
      </pc:sldChg>
      <pc:sldChg chg="addSp delSp modSp mod">
        <pc:chgData name="김정호" userId="a115ac67-88fc-423e-bd34-78ee0fe0a2b7" providerId="ADAL" clId="{52AC530C-985B-49AF-9EE4-33927C2EF9D7}" dt="2021-07-21T05:05:35.731" v="2627" actId="1035"/>
        <pc:sldMkLst>
          <pc:docMk/>
          <pc:sldMk cId="3802387367" sldId="269"/>
        </pc:sldMkLst>
        <pc:spChg chg="mod">
          <ac:chgData name="김정호" userId="a115ac67-88fc-423e-bd34-78ee0fe0a2b7" providerId="ADAL" clId="{52AC530C-985B-49AF-9EE4-33927C2EF9D7}" dt="2021-07-21T04:46:46.612" v="2175" actId="20577"/>
          <ac:spMkLst>
            <pc:docMk/>
            <pc:sldMk cId="3802387367" sldId="269"/>
            <ac:spMk id="2" creationId="{00000000-0000-0000-0000-000000000000}"/>
          </ac:spMkLst>
        </pc:spChg>
        <pc:spChg chg="del">
          <ac:chgData name="김정호" userId="a115ac67-88fc-423e-bd34-78ee0fe0a2b7" providerId="ADAL" clId="{52AC530C-985B-49AF-9EE4-33927C2EF9D7}" dt="2021-07-21T02:14:11.611" v="694" actId="478"/>
          <ac:spMkLst>
            <pc:docMk/>
            <pc:sldMk cId="3802387367" sldId="269"/>
            <ac:spMk id="3" creationId="{C6298E42-9DE4-4FA3-9413-5A23157BAB1C}"/>
          </ac:spMkLst>
        </pc:spChg>
        <pc:spChg chg="mod">
          <ac:chgData name="김정호" userId="a115ac67-88fc-423e-bd34-78ee0fe0a2b7" providerId="ADAL" clId="{52AC530C-985B-49AF-9EE4-33927C2EF9D7}" dt="2021-07-21T02:22:05.037" v="825" actId="1076"/>
          <ac:spMkLst>
            <pc:docMk/>
            <pc:sldMk cId="3802387367" sldId="269"/>
            <ac:spMk id="9" creationId="{35A597BA-5A42-47FC-8C67-C7A9F8B7045F}"/>
          </ac:spMkLst>
        </pc:spChg>
        <pc:spChg chg="del">
          <ac:chgData name="김정호" userId="a115ac67-88fc-423e-bd34-78ee0fe0a2b7" providerId="ADAL" clId="{52AC530C-985B-49AF-9EE4-33927C2EF9D7}" dt="2021-07-21T02:14:10.930" v="693" actId="478"/>
          <ac:spMkLst>
            <pc:docMk/>
            <pc:sldMk cId="3802387367" sldId="269"/>
            <ac:spMk id="18" creationId="{EFDF89B1-5D7D-4A06-8B50-5BA4E8E3ECF1}"/>
          </ac:spMkLst>
        </pc:spChg>
        <pc:spChg chg="add mod">
          <ac:chgData name="김정호" userId="a115ac67-88fc-423e-bd34-78ee0fe0a2b7" providerId="ADAL" clId="{52AC530C-985B-49AF-9EE4-33927C2EF9D7}" dt="2021-07-21T04:59:50.894" v="2529" actId="1076"/>
          <ac:spMkLst>
            <pc:docMk/>
            <pc:sldMk cId="3802387367" sldId="269"/>
            <ac:spMk id="23" creationId="{122DDB8F-98AB-404D-B5F4-98DFEDBA137D}"/>
          </ac:spMkLst>
        </pc:spChg>
        <pc:spChg chg="add del mod">
          <ac:chgData name="김정호" userId="a115ac67-88fc-423e-bd34-78ee0fe0a2b7" providerId="ADAL" clId="{52AC530C-985B-49AF-9EE4-33927C2EF9D7}" dt="2021-07-21T05:04:28.964" v="2610"/>
          <ac:spMkLst>
            <pc:docMk/>
            <pc:sldMk cId="3802387367" sldId="269"/>
            <ac:spMk id="25" creationId="{F5B2E040-7F9A-47EA-84D4-E9C1C066D550}"/>
          </ac:spMkLst>
        </pc:spChg>
        <pc:spChg chg="add del mod">
          <ac:chgData name="김정호" userId="a115ac67-88fc-423e-bd34-78ee0fe0a2b7" providerId="ADAL" clId="{52AC530C-985B-49AF-9EE4-33927C2EF9D7}" dt="2021-07-21T04:59:00.316" v="2510" actId="478"/>
          <ac:spMkLst>
            <pc:docMk/>
            <pc:sldMk cId="3802387367" sldId="269"/>
            <ac:spMk id="27" creationId="{D568D9CB-05EF-45B1-9C7A-77BAEED8597A}"/>
          </ac:spMkLst>
        </pc:spChg>
        <pc:spChg chg="add del mod">
          <ac:chgData name="김정호" userId="a115ac67-88fc-423e-bd34-78ee0fe0a2b7" providerId="ADAL" clId="{52AC530C-985B-49AF-9EE4-33927C2EF9D7}" dt="2021-07-21T04:47:40.050" v="2213" actId="478"/>
          <ac:spMkLst>
            <pc:docMk/>
            <pc:sldMk cId="3802387367" sldId="269"/>
            <ac:spMk id="28" creationId="{808ACCFC-EA85-4FE4-8540-8EEE8AA02907}"/>
          </ac:spMkLst>
        </pc:spChg>
        <pc:spChg chg="add mod">
          <ac:chgData name="김정호" userId="a115ac67-88fc-423e-bd34-78ee0fe0a2b7" providerId="ADAL" clId="{52AC530C-985B-49AF-9EE4-33927C2EF9D7}" dt="2021-07-21T02:21:44.093" v="823" actId="571"/>
          <ac:spMkLst>
            <pc:docMk/>
            <pc:sldMk cId="3802387367" sldId="269"/>
            <ac:spMk id="29" creationId="{283413F3-11BC-4AD2-B812-6615EC14C895}"/>
          </ac:spMkLst>
        </pc:spChg>
        <pc:spChg chg="add mod">
          <ac:chgData name="김정호" userId="a115ac67-88fc-423e-bd34-78ee0fe0a2b7" providerId="ADAL" clId="{52AC530C-985B-49AF-9EE4-33927C2EF9D7}" dt="2021-07-21T05:05:30.778" v="2622" actId="1035"/>
          <ac:spMkLst>
            <pc:docMk/>
            <pc:sldMk cId="3802387367" sldId="269"/>
            <ac:spMk id="29" creationId="{9F2B4EA3-DABE-40E0-A058-EBD8273695F8}"/>
          </ac:spMkLst>
        </pc:spChg>
        <pc:spChg chg="add mod">
          <ac:chgData name="김정호" userId="a115ac67-88fc-423e-bd34-78ee0fe0a2b7" providerId="ADAL" clId="{52AC530C-985B-49AF-9EE4-33927C2EF9D7}" dt="2021-07-21T02:21:44.093" v="823" actId="571"/>
          <ac:spMkLst>
            <pc:docMk/>
            <pc:sldMk cId="3802387367" sldId="269"/>
            <ac:spMk id="30" creationId="{113BF226-0772-46E6-B07F-510CAFAA9897}"/>
          </ac:spMkLst>
        </pc:spChg>
        <pc:spChg chg="add mod">
          <ac:chgData name="김정호" userId="a115ac67-88fc-423e-bd34-78ee0fe0a2b7" providerId="ADAL" clId="{52AC530C-985B-49AF-9EE4-33927C2EF9D7}" dt="2021-07-21T05:05:35.731" v="2627" actId="1035"/>
          <ac:spMkLst>
            <pc:docMk/>
            <pc:sldMk cId="3802387367" sldId="269"/>
            <ac:spMk id="30" creationId="{78E7FB85-6A09-4011-B868-C3402F49877B}"/>
          </ac:spMkLst>
        </pc:spChg>
        <pc:grpChg chg="mod">
          <ac:chgData name="김정호" userId="a115ac67-88fc-423e-bd34-78ee0fe0a2b7" providerId="ADAL" clId="{52AC530C-985B-49AF-9EE4-33927C2EF9D7}" dt="2021-07-21T02:22:05.037" v="825" actId="1076"/>
          <ac:grpSpMkLst>
            <pc:docMk/>
            <pc:sldMk cId="3802387367" sldId="269"/>
            <ac:grpSpMk id="11" creationId="{EBB2E97A-658A-4C0D-A24C-7D10456EB1F7}"/>
          </ac:grpSpMkLst>
        </pc:grpChg>
        <pc:picChg chg="add del mod">
          <ac:chgData name="김정호" userId="a115ac67-88fc-423e-bd34-78ee0fe0a2b7" providerId="ADAL" clId="{52AC530C-985B-49AF-9EE4-33927C2EF9D7}" dt="2021-07-21T04:56:55.407" v="2482" actId="1076"/>
          <ac:picMkLst>
            <pc:docMk/>
            <pc:sldMk cId="3802387367" sldId="269"/>
            <ac:picMk id="10" creationId="{C8B19ED5-62A2-433D-A566-01094EDD2763}"/>
          </ac:picMkLst>
        </pc:picChg>
        <pc:picChg chg="del">
          <ac:chgData name="김정호" userId="a115ac67-88fc-423e-bd34-78ee0fe0a2b7" providerId="ADAL" clId="{52AC530C-985B-49AF-9EE4-33927C2EF9D7}" dt="2021-07-21T02:05:49.790" v="546" actId="478"/>
          <ac:picMkLst>
            <pc:docMk/>
            <pc:sldMk cId="3802387367" sldId="269"/>
            <ac:picMk id="19" creationId="{8587D653-39EC-4AE4-8C3B-ECF0D039FB76}"/>
          </ac:picMkLst>
        </pc:picChg>
        <pc:picChg chg="add del mod">
          <ac:chgData name="김정호" userId="a115ac67-88fc-423e-bd34-78ee0fe0a2b7" providerId="ADAL" clId="{52AC530C-985B-49AF-9EE4-33927C2EF9D7}" dt="2021-07-21T04:57:57.814" v="2498" actId="1076"/>
          <ac:picMkLst>
            <pc:docMk/>
            <pc:sldMk cId="3802387367" sldId="269"/>
            <ac:picMk id="21" creationId="{BACA2CC3-BA9F-41E1-B515-CA6192D2CA39}"/>
          </ac:picMkLst>
        </pc:picChg>
        <pc:picChg chg="del">
          <ac:chgData name="김정호" userId="a115ac67-88fc-423e-bd34-78ee0fe0a2b7" providerId="ADAL" clId="{52AC530C-985B-49AF-9EE4-33927C2EF9D7}" dt="2021-07-21T02:05:50.156" v="547" actId="478"/>
          <ac:picMkLst>
            <pc:docMk/>
            <pc:sldMk cId="3802387367" sldId="269"/>
            <ac:picMk id="22" creationId="{304C61DC-ADC1-41F9-9ABF-36707CB37D21}"/>
          </ac:picMkLst>
        </pc:picChg>
        <pc:picChg chg="add del mod">
          <ac:chgData name="김정호" userId="a115ac67-88fc-423e-bd34-78ee0fe0a2b7" providerId="ADAL" clId="{52AC530C-985B-49AF-9EE4-33927C2EF9D7}" dt="2021-07-21T04:47:40.050" v="2213" actId="478"/>
          <ac:picMkLst>
            <pc:docMk/>
            <pc:sldMk cId="3802387367" sldId="269"/>
            <ac:picMk id="24" creationId="{48298AAB-A22F-4782-A008-A8E2C183CD01}"/>
          </ac:picMkLst>
        </pc:picChg>
        <pc:picChg chg="add del mod">
          <ac:chgData name="김정호" userId="a115ac67-88fc-423e-bd34-78ee0fe0a2b7" providerId="ADAL" clId="{52AC530C-985B-49AF-9EE4-33927C2EF9D7}" dt="2021-07-21T04:47:40.050" v="2213" actId="478"/>
          <ac:picMkLst>
            <pc:docMk/>
            <pc:sldMk cId="3802387367" sldId="269"/>
            <ac:picMk id="26" creationId="{512B0025-4425-4B4C-B526-9BE695594095}"/>
          </ac:picMkLst>
        </pc:picChg>
        <pc:picChg chg="add del mod">
          <ac:chgData name="김정호" userId="a115ac67-88fc-423e-bd34-78ee0fe0a2b7" providerId="ADAL" clId="{52AC530C-985B-49AF-9EE4-33927C2EF9D7}" dt="2021-07-21T04:57:57.814" v="2498" actId="1076"/>
          <ac:picMkLst>
            <pc:docMk/>
            <pc:sldMk cId="3802387367" sldId="269"/>
            <ac:picMk id="32" creationId="{28B29FE3-A43F-40C3-80E3-74546328503A}"/>
          </ac:picMkLst>
        </pc:picChg>
        <pc:picChg chg="add del mod">
          <ac:chgData name="김정호" userId="a115ac67-88fc-423e-bd34-78ee0fe0a2b7" providerId="ADAL" clId="{52AC530C-985B-49AF-9EE4-33927C2EF9D7}" dt="2021-07-21T04:47:40.050" v="2213" actId="478"/>
          <ac:picMkLst>
            <pc:docMk/>
            <pc:sldMk cId="3802387367" sldId="269"/>
            <ac:picMk id="34" creationId="{0FE41EFA-7666-4F34-BB41-95CA5C0B6F8F}"/>
          </ac:picMkLst>
        </pc:picChg>
      </pc:sldChg>
      <pc:sldChg chg="del">
        <pc:chgData name="김정호" userId="a115ac67-88fc-423e-bd34-78ee0fe0a2b7" providerId="ADAL" clId="{52AC530C-985B-49AF-9EE4-33927C2EF9D7}" dt="2021-07-20T13:41:34.691" v="8" actId="47"/>
        <pc:sldMkLst>
          <pc:docMk/>
          <pc:sldMk cId="3253722260" sldId="270"/>
        </pc:sldMkLst>
      </pc:sldChg>
      <pc:sldChg chg="del">
        <pc:chgData name="김정호" userId="a115ac67-88fc-423e-bd34-78ee0fe0a2b7" providerId="ADAL" clId="{52AC530C-985B-49AF-9EE4-33927C2EF9D7}" dt="2021-07-20T13:41:34.691" v="8" actId="47"/>
        <pc:sldMkLst>
          <pc:docMk/>
          <pc:sldMk cId="624751599" sldId="272"/>
        </pc:sldMkLst>
      </pc:sldChg>
      <pc:sldChg chg="addSp delSp modSp mod">
        <pc:chgData name="김정호" userId="a115ac67-88fc-423e-bd34-78ee0fe0a2b7" providerId="ADAL" clId="{52AC530C-985B-49AF-9EE4-33927C2EF9D7}" dt="2021-07-21T05:04:50.549" v="2612" actId="692"/>
        <pc:sldMkLst>
          <pc:docMk/>
          <pc:sldMk cId="3847114678" sldId="280"/>
        </pc:sldMkLst>
        <pc:spChg chg="add mod">
          <ac:chgData name="김정호" userId="a115ac67-88fc-423e-bd34-78ee0fe0a2b7" providerId="ADAL" clId="{52AC530C-985B-49AF-9EE4-33927C2EF9D7}" dt="2021-07-21T05:04:41.715" v="2611" actId="692"/>
          <ac:spMkLst>
            <pc:docMk/>
            <pc:sldMk cId="3847114678" sldId="280"/>
            <ac:spMk id="3" creationId="{1E6D753D-59E5-4391-8842-29596D26AE77}"/>
          </ac:spMkLst>
        </pc:spChg>
        <pc:spChg chg="mod">
          <ac:chgData name="김정호" userId="a115ac67-88fc-423e-bd34-78ee0fe0a2b7" providerId="ADAL" clId="{52AC530C-985B-49AF-9EE4-33927C2EF9D7}" dt="2021-07-21T04:29:23.100" v="1891" actId="20577"/>
          <ac:spMkLst>
            <pc:docMk/>
            <pc:sldMk cId="3847114678" sldId="280"/>
            <ac:spMk id="9" creationId="{95E06B31-517A-4FED-9D09-346671766B65}"/>
          </ac:spMkLst>
        </pc:spChg>
        <pc:spChg chg="del">
          <ac:chgData name="김정호" userId="a115ac67-88fc-423e-bd34-78ee0fe0a2b7" providerId="ADAL" clId="{52AC530C-985B-49AF-9EE4-33927C2EF9D7}" dt="2021-07-21T02:02:24.546" v="524" actId="478"/>
          <ac:spMkLst>
            <pc:docMk/>
            <pc:sldMk cId="3847114678" sldId="280"/>
            <ac:spMk id="17" creationId="{11561269-7C34-4FDC-9FE0-2BEF49596BFC}"/>
          </ac:spMkLst>
        </pc:spChg>
        <pc:spChg chg="del">
          <ac:chgData name="김정호" userId="a115ac67-88fc-423e-bd34-78ee0fe0a2b7" providerId="ADAL" clId="{52AC530C-985B-49AF-9EE4-33927C2EF9D7}" dt="2021-07-21T02:02:23.526" v="523" actId="478"/>
          <ac:spMkLst>
            <pc:docMk/>
            <pc:sldMk cId="3847114678" sldId="280"/>
            <ac:spMk id="18" creationId="{39683357-C664-4DC8-8AB0-842D0B370984}"/>
          </ac:spMkLst>
        </pc:spChg>
        <pc:spChg chg="add del mod">
          <ac:chgData name="김정호" userId="a115ac67-88fc-423e-bd34-78ee0fe0a2b7" providerId="ADAL" clId="{52AC530C-985B-49AF-9EE4-33927C2EF9D7}" dt="2021-07-21T04:31:31.949" v="1908" actId="478"/>
          <ac:spMkLst>
            <pc:docMk/>
            <pc:sldMk cId="3847114678" sldId="280"/>
            <ac:spMk id="30" creationId="{2B10D982-7288-4EE1-A656-67D6696FC28E}"/>
          </ac:spMkLst>
        </pc:spChg>
        <pc:spChg chg="add mod">
          <ac:chgData name="김정호" userId="a115ac67-88fc-423e-bd34-78ee0fe0a2b7" providerId="ADAL" clId="{52AC530C-985B-49AF-9EE4-33927C2EF9D7}" dt="2021-07-21T05:04:41.715" v="2611" actId="692"/>
          <ac:spMkLst>
            <pc:docMk/>
            <pc:sldMk cId="3847114678" sldId="280"/>
            <ac:spMk id="31" creationId="{3CD1029B-BF67-4FCD-90E7-7EBE5DB6A00C}"/>
          </ac:spMkLst>
        </pc:spChg>
        <pc:spChg chg="add mod">
          <ac:chgData name="김정호" userId="a115ac67-88fc-423e-bd34-78ee0fe0a2b7" providerId="ADAL" clId="{52AC530C-985B-49AF-9EE4-33927C2EF9D7}" dt="2021-07-21T05:04:50.549" v="2612" actId="692"/>
          <ac:spMkLst>
            <pc:docMk/>
            <pc:sldMk cId="3847114678" sldId="280"/>
            <ac:spMk id="32" creationId="{1889A58E-0528-45D7-9D79-761C67BA69FA}"/>
          </ac:spMkLst>
        </pc:spChg>
        <pc:spChg chg="add mod">
          <ac:chgData name="김정호" userId="a115ac67-88fc-423e-bd34-78ee0fe0a2b7" providerId="ADAL" clId="{52AC530C-985B-49AF-9EE4-33927C2EF9D7}" dt="2021-07-21T05:04:50.549" v="2612" actId="692"/>
          <ac:spMkLst>
            <pc:docMk/>
            <pc:sldMk cId="3847114678" sldId="280"/>
            <ac:spMk id="33" creationId="{98CB86F3-65B6-45DC-BE77-7AB92CB8E74C}"/>
          </ac:spMkLst>
        </pc:spChg>
        <pc:picChg chg="mod ord">
          <ac:chgData name="김정호" userId="a115ac67-88fc-423e-bd34-78ee0fe0a2b7" providerId="ADAL" clId="{52AC530C-985B-49AF-9EE4-33927C2EF9D7}" dt="2021-07-21T05:00:15.671" v="2530" actId="167"/>
          <ac:picMkLst>
            <pc:docMk/>
            <pc:sldMk cId="3847114678" sldId="280"/>
            <ac:picMk id="11" creationId="{444A1856-0243-4992-A34C-35CAD3E24138}"/>
          </ac:picMkLst>
        </pc:picChg>
      </pc:sldChg>
      <pc:sldChg chg="del">
        <pc:chgData name="김정호" userId="a115ac67-88fc-423e-bd34-78ee0fe0a2b7" providerId="ADAL" clId="{52AC530C-985B-49AF-9EE4-33927C2EF9D7}" dt="2021-07-20T13:41:34.691" v="8" actId="47"/>
        <pc:sldMkLst>
          <pc:docMk/>
          <pc:sldMk cId="2295218926" sldId="283"/>
        </pc:sldMkLst>
      </pc:sldChg>
      <pc:sldChg chg="modSp del mod">
        <pc:chgData name="김정호" userId="a115ac67-88fc-423e-bd34-78ee0fe0a2b7" providerId="ADAL" clId="{52AC530C-985B-49AF-9EE4-33927C2EF9D7}" dt="2021-07-21T02:29:42.775" v="1196" actId="47"/>
        <pc:sldMkLst>
          <pc:docMk/>
          <pc:sldMk cId="4292137688" sldId="284"/>
        </pc:sldMkLst>
        <pc:spChg chg="mod">
          <ac:chgData name="김정호" userId="a115ac67-88fc-423e-bd34-78ee0fe0a2b7" providerId="ADAL" clId="{52AC530C-985B-49AF-9EE4-33927C2EF9D7}" dt="2021-07-20T13:41:55.657" v="9" actId="20577"/>
          <ac:spMkLst>
            <pc:docMk/>
            <pc:sldMk cId="4292137688" sldId="284"/>
            <ac:spMk id="26" creationId="{0CC5CAD2-64E5-4DC0-8511-2A2CFC791331}"/>
          </ac:spMkLst>
        </pc:spChg>
      </pc:sldChg>
      <pc:sldChg chg="modSp del mod">
        <pc:chgData name="김정호" userId="a115ac67-88fc-423e-bd34-78ee0fe0a2b7" providerId="ADAL" clId="{52AC530C-985B-49AF-9EE4-33927C2EF9D7}" dt="2021-07-21T02:29:42.775" v="1196" actId="47"/>
        <pc:sldMkLst>
          <pc:docMk/>
          <pc:sldMk cId="1141044974" sldId="285"/>
        </pc:sldMkLst>
        <pc:spChg chg="mod">
          <ac:chgData name="김정호" userId="a115ac67-88fc-423e-bd34-78ee0fe0a2b7" providerId="ADAL" clId="{52AC530C-985B-49AF-9EE4-33927C2EF9D7}" dt="2021-07-20T13:41:57.552" v="10" actId="20577"/>
          <ac:spMkLst>
            <pc:docMk/>
            <pc:sldMk cId="1141044974" sldId="285"/>
            <ac:spMk id="11" creationId="{A4E7C320-80A1-4FBA-9AA1-79D366738FA4}"/>
          </ac:spMkLst>
        </pc:spChg>
      </pc:sldChg>
      <pc:sldChg chg="addSp delSp modSp mod">
        <pc:chgData name="김정호" userId="a115ac67-88fc-423e-bd34-78ee0fe0a2b7" providerId="ADAL" clId="{52AC530C-985B-49AF-9EE4-33927C2EF9D7}" dt="2021-07-21T05:47:33.040" v="2861"/>
        <pc:sldMkLst>
          <pc:docMk/>
          <pc:sldMk cId="1619091305" sldId="286"/>
        </pc:sldMkLst>
        <pc:spChg chg="mod">
          <ac:chgData name="김정호" userId="a115ac67-88fc-423e-bd34-78ee0fe0a2b7" providerId="ADAL" clId="{52AC530C-985B-49AF-9EE4-33927C2EF9D7}" dt="2021-07-21T05:47:33.040" v="2861"/>
          <ac:spMkLst>
            <pc:docMk/>
            <pc:sldMk cId="1619091305" sldId="286"/>
            <ac:spMk id="6" creationId="{EEB98035-F76F-4D91-9C8B-CCA21832AF76}"/>
          </ac:spMkLst>
        </pc:spChg>
        <pc:spChg chg="mod">
          <ac:chgData name="김정호" userId="a115ac67-88fc-423e-bd34-78ee0fe0a2b7" providerId="ADAL" clId="{52AC530C-985B-49AF-9EE4-33927C2EF9D7}" dt="2021-07-20T13:41:59.360" v="11" actId="20577"/>
          <ac:spMkLst>
            <pc:docMk/>
            <pc:sldMk cId="1619091305" sldId="286"/>
            <ac:spMk id="12" creationId="{B769A45D-B938-4B25-8191-26A3F64BB442}"/>
          </ac:spMkLst>
        </pc:spChg>
        <pc:spChg chg="add del mod">
          <ac:chgData name="김정호" userId="a115ac67-88fc-423e-bd34-78ee0fe0a2b7" providerId="ADAL" clId="{52AC530C-985B-49AF-9EE4-33927C2EF9D7}" dt="2021-07-21T05:23:10.811" v="2839" actId="478"/>
          <ac:spMkLst>
            <pc:docMk/>
            <pc:sldMk cId="1619091305" sldId="286"/>
            <ac:spMk id="21" creationId="{9020319D-A19F-4223-85A0-0E6E2144BF32}"/>
          </ac:spMkLst>
        </pc:spChg>
        <pc:spChg chg="add mod">
          <ac:chgData name="김정호" userId="a115ac67-88fc-423e-bd34-78ee0fe0a2b7" providerId="ADAL" clId="{52AC530C-985B-49AF-9EE4-33927C2EF9D7}" dt="2021-07-21T05:23:24.594" v="2845" actId="14100"/>
          <ac:spMkLst>
            <pc:docMk/>
            <pc:sldMk cId="1619091305" sldId="286"/>
            <ac:spMk id="22" creationId="{71DF0810-5752-40C6-AED2-A27B0A5FEB6B}"/>
          </ac:spMkLst>
        </pc:spChg>
      </pc:sldChg>
      <pc:sldChg chg="addSp delSp modSp add mod">
        <pc:chgData name="김정호" userId="a115ac67-88fc-423e-bd34-78ee0fe0a2b7" providerId="ADAL" clId="{52AC530C-985B-49AF-9EE4-33927C2EF9D7}" dt="2021-07-21T02:01:41.765" v="522" actId="1076"/>
        <pc:sldMkLst>
          <pc:docMk/>
          <pc:sldMk cId="1236326737" sldId="287"/>
        </pc:sldMkLst>
        <pc:spChg chg="mod">
          <ac:chgData name="김정호" userId="a115ac67-88fc-423e-bd34-78ee0fe0a2b7" providerId="ADAL" clId="{52AC530C-985B-49AF-9EE4-33927C2EF9D7}" dt="2021-07-20T13:48:58.582" v="504" actId="20577"/>
          <ac:spMkLst>
            <pc:docMk/>
            <pc:sldMk cId="1236326737" sldId="287"/>
            <ac:spMk id="9" creationId="{EDBEB181-4339-4B8D-BC45-0F4B991F1671}"/>
          </ac:spMkLst>
        </pc:spChg>
        <pc:spChg chg="del mod">
          <ac:chgData name="김정호" userId="a115ac67-88fc-423e-bd34-78ee0fe0a2b7" providerId="ADAL" clId="{52AC530C-985B-49AF-9EE4-33927C2EF9D7}" dt="2021-07-20T13:45:06.846" v="36" actId="478"/>
          <ac:spMkLst>
            <pc:docMk/>
            <pc:sldMk cId="1236326737" sldId="287"/>
            <ac:spMk id="16" creationId="{0FC811EE-F665-460D-ADAF-486A0762C228}"/>
          </ac:spMkLst>
        </pc:spChg>
        <pc:picChg chg="add mod">
          <ac:chgData name="김정호" userId="a115ac67-88fc-423e-bd34-78ee0fe0a2b7" providerId="ADAL" clId="{52AC530C-985B-49AF-9EE4-33927C2EF9D7}" dt="2021-07-21T02:01:28.751" v="519" actId="1076"/>
          <ac:picMkLst>
            <pc:docMk/>
            <pc:sldMk cId="1236326737" sldId="287"/>
            <ac:picMk id="3" creationId="{CB9B0924-BF37-48B8-AA36-649455969D02}"/>
          </ac:picMkLst>
        </pc:picChg>
        <pc:picChg chg="add mod">
          <ac:chgData name="김정호" userId="a115ac67-88fc-423e-bd34-78ee0fe0a2b7" providerId="ADAL" clId="{52AC530C-985B-49AF-9EE4-33927C2EF9D7}" dt="2021-07-21T02:01:41.765" v="522" actId="1076"/>
          <ac:picMkLst>
            <pc:docMk/>
            <pc:sldMk cId="1236326737" sldId="287"/>
            <ac:picMk id="10" creationId="{D10F82DB-3537-4DBE-BF3B-1BA699E906ED}"/>
          </ac:picMkLst>
        </pc:picChg>
        <pc:picChg chg="del">
          <ac:chgData name="김정호" userId="a115ac67-88fc-423e-bd34-78ee0fe0a2b7" providerId="ADAL" clId="{52AC530C-985B-49AF-9EE4-33927C2EF9D7}" dt="2021-07-20T13:42:35.301" v="13" actId="478"/>
          <ac:picMkLst>
            <pc:docMk/>
            <pc:sldMk cId="1236326737" sldId="287"/>
            <ac:picMk id="11" creationId="{4378C14D-C58F-4BFB-96C6-EC1F18FD973D}"/>
          </ac:picMkLst>
        </pc:picChg>
        <pc:picChg chg="del">
          <ac:chgData name="김정호" userId="a115ac67-88fc-423e-bd34-78ee0fe0a2b7" providerId="ADAL" clId="{52AC530C-985B-49AF-9EE4-33927C2EF9D7}" dt="2021-07-20T13:42:55.492" v="14" actId="478"/>
          <ac:picMkLst>
            <pc:docMk/>
            <pc:sldMk cId="1236326737" sldId="287"/>
            <ac:picMk id="13" creationId="{D4CD1AF9-58C6-4F6A-AA78-7C326BA89715}"/>
          </ac:picMkLst>
        </pc:picChg>
        <pc:picChg chg="add mod">
          <ac:chgData name="김정호" userId="a115ac67-88fc-423e-bd34-78ee0fe0a2b7" providerId="ADAL" clId="{52AC530C-985B-49AF-9EE4-33927C2EF9D7}" dt="2021-07-21T02:01:39.265" v="521" actId="1076"/>
          <ac:picMkLst>
            <pc:docMk/>
            <pc:sldMk cId="1236326737" sldId="287"/>
            <ac:picMk id="24" creationId="{BF46F467-F52C-4459-A389-F077D7163600}"/>
          </ac:picMkLst>
        </pc:picChg>
      </pc:sldChg>
      <pc:sldChg chg="addSp delSp modSp add mod">
        <pc:chgData name="김정호" userId="a115ac67-88fc-423e-bd34-78ee0fe0a2b7" providerId="ADAL" clId="{52AC530C-985B-49AF-9EE4-33927C2EF9D7}" dt="2021-07-21T05:05:13.108" v="2614" actId="692"/>
        <pc:sldMkLst>
          <pc:docMk/>
          <pc:sldMk cId="1316719619" sldId="288"/>
        </pc:sldMkLst>
        <pc:spChg chg="mod">
          <ac:chgData name="김정호" userId="a115ac67-88fc-423e-bd34-78ee0fe0a2b7" providerId="ADAL" clId="{52AC530C-985B-49AF-9EE4-33927C2EF9D7}" dt="2021-07-21T04:46:41.852" v="2166" actId="20577"/>
          <ac:spMkLst>
            <pc:docMk/>
            <pc:sldMk cId="1316719619" sldId="288"/>
            <ac:spMk id="2" creationId="{00000000-0000-0000-0000-000000000000}"/>
          </ac:spMkLst>
        </pc:spChg>
        <pc:spChg chg="add mod">
          <ac:chgData name="김정호" userId="a115ac67-88fc-423e-bd34-78ee0fe0a2b7" providerId="ADAL" clId="{52AC530C-985B-49AF-9EE4-33927C2EF9D7}" dt="2021-07-21T04:58:54.626" v="2508" actId="14100"/>
          <ac:spMkLst>
            <pc:docMk/>
            <pc:sldMk cId="1316719619" sldId="288"/>
            <ac:spMk id="23" creationId="{420D2478-7ED0-4686-8642-B1481D250A39}"/>
          </ac:spMkLst>
        </pc:spChg>
        <pc:spChg chg="add del mod">
          <ac:chgData name="김정호" userId="a115ac67-88fc-423e-bd34-78ee0fe0a2b7" providerId="ADAL" clId="{52AC530C-985B-49AF-9EE4-33927C2EF9D7}" dt="2021-07-21T05:04:08.371" v="2599" actId="478"/>
          <ac:spMkLst>
            <pc:docMk/>
            <pc:sldMk cId="1316719619" sldId="288"/>
            <ac:spMk id="24" creationId="{E0E8425C-6B1B-4101-B64B-79545363D38D}"/>
          </ac:spMkLst>
        </pc:spChg>
        <pc:spChg chg="add del mod">
          <ac:chgData name="김정호" userId="a115ac67-88fc-423e-bd34-78ee0fe0a2b7" providerId="ADAL" clId="{52AC530C-985B-49AF-9EE4-33927C2EF9D7}" dt="2021-07-21T05:04:07.491" v="2598" actId="478"/>
          <ac:spMkLst>
            <pc:docMk/>
            <pc:sldMk cId="1316719619" sldId="288"/>
            <ac:spMk id="26" creationId="{C53BFB46-7E2E-4BA6-A4BE-7DBC2281AA7E}"/>
          </ac:spMkLst>
        </pc:spChg>
        <pc:spChg chg="del">
          <ac:chgData name="김정호" userId="a115ac67-88fc-423e-bd34-78ee0fe0a2b7" providerId="ADAL" clId="{52AC530C-985B-49AF-9EE4-33927C2EF9D7}" dt="2021-07-21T04:47:36.050" v="2212" actId="478"/>
          <ac:spMkLst>
            <pc:docMk/>
            <pc:sldMk cId="1316719619" sldId="288"/>
            <ac:spMk id="28" creationId="{4AFEB759-2833-4910-8E91-C802480E74FF}"/>
          </ac:spMkLst>
        </pc:spChg>
        <pc:spChg chg="add del">
          <ac:chgData name="김정호" userId="a115ac67-88fc-423e-bd34-78ee0fe0a2b7" providerId="ADAL" clId="{52AC530C-985B-49AF-9EE4-33927C2EF9D7}" dt="2021-07-21T04:58:56.036" v="2509" actId="478"/>
          <ac:spMkLst>
            <pc:docMk/>
            <pc:sldMk cId="1316719619" sldId="288"/>
            <ac:spMk id="29" creationId="{380BD42D-4DF4-40DC-B8A5-B2DC4191D277}"/>
          </ac:spMkLst>
        </pc:spChg>
        <pc:spChg chg="add mod">
          <ac:chgData name="김정호" userId="a115ac67-88fc-423e-bd34-78ee0fe0a2b7" providerId="ADAL" clId="{52AC530C-985B-49AF-9EE4-33927C2EF9D7}" dt="2021-07-21T05:05:13.108" v="2614" actId="692"/>
          <ac:spMkLst>
            <pc:docMk/>
            <pc:sldMk cId="1316719619" sldId="288"/>
            <ac:spMk id="30" creationId="{4E85239D-EEAD-4543-894A-AD05789E64AD}"/>
          </ac:spMkLst>
        </pc:spChg>
        <pc:spChg chg="add mod">
          <ac:chgData name="김정호" userId="a115ac67-88fc-423e-bd34-78ee0fe0a2b7" providerId="ADAL" clId="{52AC530C-985B-49AF-9EE4-33927C2EF9D7}" dt="2021-07-21T05:05:13.108" v="2614" actId="692"/>
          <ac:spMkLst>
            <pc:docMk/>
            <pc:sldMk cId="1316719619" sldId="288"/>
            <ac:spMk id="32" creationId="{D646E567-42D5-4231-ADC6-14EB75AC5180}"/>
          </ac:spMkLst>
        </pc:spChg>
        <pc:spChg chg="add mod">
          <ac:chgData name="김정호" userId="a115ac67-88fc-423e-bd34-78ee0fe0a2b7" providerId="ADAL" clId="{52AC530C-985B-49AF-9EE4-33927C2EF9D7}" dt="2021-07-21T05:05:13.108" v="2614" actId="692"/>
          <ac:spMkLst>
            <pc:docMk/>
            <pc:sldMk cId="1316719619" sldId="288"/>
            <ac:spMk id="34" creationId="{9AED786C-E509-4DC1-AC10-EF73B717E748}"/>
          </ac:spMkLst>
        </pc:spChg>
        <pc:picChg chg="del">
          <ac:chgData name="김정호" userId="a115ac67-88fc-423e-bd34-78ee0fe0a2b7" providerId="ADAL" clId="{52AC530C-985B-49AF-9EE4-33927C2EF9D7}" dt="2021-07-21T04:47:36.050" v="2212" actId="478"/>
          <ac:picMkLst>
            <pc:docMk/>
            <pc:sldMk cId="1316719619" sldId="288"/>
            <ac:picMk id="10" creationId="{04F45D76-6FAF-4406-A9F0-5AA814FE5681}"/>
          </ac:picMkLst>
        </pc:picChg>
        <pc:picChg chg="del">
          <ac:chgData name="김정호" userId="a115ac67-88fc-423e-bd34-78ee0fe0a2b7" providerId="ADAL" clId="{52AC530C-985B-49AF-9EE4-33927C2EF9D7}" dt="2021-07-21T04:47:36.050" v="2212" actId="478"/>
          <ac:picMkLst>
            <pc:docMk/>
            <pc:sldMk cId="1316719619" sldId="288"/>
            <ac:picMk id="22" creationId="{11C05F28-5E51-434F-A9CC-272F7811B5BD}"/>
          </ac:picMkLst>
        </pc:picChg>
        <pc:picChg chg="add del mod">
          <ac:chgData name="김정호" userId="a115ac67-88fc-423e-bd34-78ee0fe0a2b7" providerId="ADAL" clId="{52AC530C-985B-49AF-9EE4-33927C2EF9D7}" dt="2021-07-21T04:56:48.388" v="2481" actId="1076"/>
          <ac:picMkLst>
            <pc:docMk/>
            <pc:sldMk cId="1316719619" sldId="288"/>
            <ac:picMk id="25" creationId="{F17EEAAF-14ED-404E-B859-30332FCD36EF}"/>
          </ac:picMkLst>
        </pc:picChg>
        <pc:picChg chg="add del mod">
          <ac:chgData name="김정호" userId="a115ac67-88fc-423e-bd34-78ee0fe0a2b7" providerId="ADAL" clId="{52AC530C-985B-49AF-9EE4-33927C2EF9D7}" dt="2021-07-21T05:04:21.635" v="2606" actId="1037"/>
          <ac:picMkLst>
            <pc:docMk/>
            <pc:sldMk cId="1316719619" sldId="288"/>
            <ac:picMk id="27" creationId="{3905D571-0819-4D48-B342-8F611FE15E1D}"/>
          </ac:picMkLst>
        </pc:picChg>
        <pc:picChg chg="del">
          <ac:chgData name="김정호" userId="a115ac67-88fc-423e-bd34-78ee0fe0a2b7" providerId="ADAL" clId="{52AC530C-985B-49AF-9EE4-33927C2EF9D7}" dt="2021-07-21T04:47:36.050" v="2212" actId="478"/>
          <ac:picMkLst>
            <pc:docMk/>
            <pc:sldMk cId="1316719619" sldId="288"/>
            <ac:picMk id="31" creationId="{86E3E485-9CC5-4367-ABC6-1974ED9D0465}"/>
          </ac:picMkLst>
        </pc:picChg>
        <pc:picChg chg="add del mod">
          <ac:chgData name="김정호" userId="a115ac67-88fc-423e-bd34-78ee0fe0a2b7" providerId="ADAL" clId="{52AC530C-985B-49AF-9EE4-33927C2EF9D7}" dt="2021-07-21T04:57:51.905" v="2497" actId="1076"/>
          <ac:picMkLst>
            <pc:docMk/>
            <pc:sldMk cId="1316719619" sldId="288"/>
            <ac:picMk id="33" creationId="{DEDC8F0D-4183-4DEC-9D22-9A343C6FFCE6}"/>
          </ac:picMkLst>
        </pc:picChg>
      </pc:sldChg>
      <pc:sldChg chg="new del">
        <pc:chgData name="김정호" userId="a115ac67-88fc-423e-bd34-78ee0fe0a2b7" providerId="ADAL" clId="{52AC530C-985B-49AF-9EE4-33927C2EF9D7}" dt="2021-07-21T04:46:19.636" v="2141" actId="47"/>
        <pc:sldMkLst>
          <pc:docMk/>
          <pc:sldMk cId="3029114040" sldId="288"/>
        </pc:sldMkLst>
      </pc:sldChg>
      <pc:sldChg chg="delSp add del mod">
        <pc:chgData name="김정호" userId="a115ac67-88fc-423e-bd34-78ee0fe0a2b7" providerId="ADAL" clId="{52AC530C-985B-49AF-9EE4-33927C2EF9D7}" dt="2021-07-21T02:00:51.739" v="507" actId="47"/>
        <pc:sldMkLst>
          <pc:docMk/>
          <pc:sldMk cId="4262920030" sldId="288"/>
        </pc:sldMkLst>
        <pc:spChg chg="del">
          <ac:chgData name="김정호" userId="a115ac67-88fc-423e-bd34-78ee0fe0a2b7" providerId="ADAL" clId="{52AC530C-985B-49AF-9EE4-33927C2EF9D7}" dt="2021-07-20T13:49:15.469" v="506" actId="478"/>
          <ac:spMkLst>
            <pc:docMk/>
            <pc:sldMk cId="4262920030" sldId="288"/>
            <ac:spMk id="9" creationId="{EDBEB181-4339-4B8D-BC45-0F4B991F1671}"/>
          </ac:spMkLst>
        </pc:spChg>
        <pc:spChg chg="del">
          <ac:chgData name="김정호" userId="a115ac67-88fc-423e-bd34-78ee0fe0a2b7" providerId="ADAL" clId="{52AC530C-985B-49AF-9EE4-33927C2EF9D7}" dt="2021-07-20T13:49:15.469" v="506" actId="478"/>
          <ac:spMkLst>
            <pc:docMk/>
            <pc:sldMk cId="4262920030" sldId="288"/>
            <ac:spMk id="12" creationId="{7FB2F928-D1DD-457C-A47D-3FDD9D937D0E}"/>
          </ac:spMkLst>
        </pc:spChg>
        <pc:spChg chg="del">
          <ac:chgData name="김정호" userId="a115ac67-88fc-423e-bd34-78ee0fe0a2b7" providerId="ADAL" clId="{52AC530C-985B-49AF-9EE4-33927C2EF9D7}" dt="2021-07-20T13:49:15.469" v="506" actId="478"/>
          <ac:spMkLst>
            <pc:docMk/>
            <pc:sldMk cId="4262920030" sldId="288"/>
            <ac:spMk id="22" creationId="{26D603E7-0447-4299-B980-8F8E76F7E903}"/>
          </ac:spMkLst>
        </pc:spChg>
        <pc:grpChg chg="del">
          <ac:chgData name="김정호" userId="a115ac67-88fc-423e-bd34-78ee0fe0a2b7" providerId="ADAL" clId="{52AC530C-985B-49AF-9EE4-33927C2EF9D7}" dt="2021-07-20T13:49:15.469" v="506" actId="478"/>
          <ac:grpSpMkLst>
            <pc:docMk/>
            <pc:sldMk cId="4262920030" sldId="288"/>
            <ac:grpSpMk id="14" creationId="{066CDD5C-B5AD-4CC9-B2E2-D2823F9450A6}"/>
          </ac:grpSpMkLst>
        </pc:grpChg>
        <pc:picChg chg="del">
          <ac:chgData name="김정호" userId="a115ac67-88fc-423e-bd34-78ee0fe0a2b7" providerId="ADAL" clId="{52AC530C-985B-49AF-9EE4-33927C2EF9D7}" dt="2021-07-20T13:49:15.469" v="506" actId="478"/>
          <ac:picMkLst>
            <pc:docMk/>
            <pc:sldMk cId="4262920030" sldId="288"/>
            <ac:picMk id="3" creationId="{CB9B0924-BF37-48B8-AA36-649455969D02}"/>
          </ac:picMkLst>
        </pc:picChg>
        <pc:picChg chg="del">
          <ac:chgData name="김정호" userId="a115ac67-88fc-423e-bd34-78ee0fe0a2b7" providerId="ADAL" clId="{52AC530C-985B-49AF-9EE4-33927C2EF9D7}" dt="2021-07-20T13:49:15.469" v="506" actId="478"/>
          <ac:picMkLst>
            <pc:docMk/>
            <pc:sldMk cId="4262920030" sldId="288"/>
            <ac:picMk id="5" creationId="{1CC73462-07F5-4B98-80D7-0E2FC1E59375}"/>
          </ac:picMkLst>
        </pc:picChg>
        <pc:picChg chg="del">
          <ac:chgData name="김정호" userId="a115ac67-88fc-423e-bd34-78ee0fe0a2b7" providerId="ADAL" clId="{52AC530C-985B-49AF-9EE4-33927C2EF9D7}" dt="2021-07-20T13:49:15.469" v="506" actId="478"/>
          <ac:picMkLst>
            <pc:docMk/>
            <pc:sldMk cId="4262920030" sldId="288"/>
            <ac:picMk id="6" creationId="{0A1E7F79-DB09-4586-BC40-ED9C36D2C045}"/>
          </ac:picMkLst>
        </pc:picChg>
        <pc:picChg chg="del">
          <ac:chgData name="김정호" userId="a115ac67-88fc-423e-bd34-78ee0fe0a2b7" providerId="ADAL" clId="{52AC530C-985B-49AF-9EE4-33927C2EF9D7}" dt="2021-07-20T13:49:15.469" v="506" actId="478"/>
          <ac:picMkLst>
            <pc:docMk/>
            <pc:sldMk cId="4262920030" sldId="288"/>
            <ac:picMk id="10" creationId="{D10F82DB-3537-4DBE-BF3B-1BA699E906ED}"/>
          </ac:picMkLst>
        </pc:picChg>
        <pc:picChg chg="del">
          <ac:chgData name="김정호" userId="a115ac67-88fc-423e-bd34-78ee0fe0a2b7" providerId="ADAL" clId="{52AC530C-985B-49AF-9EE4-33927C2EF9D7}" dt="2021-07-20T13:49:15.469" v="506" actId="478"/>
          <ac:picMkLst>
            <pc:docMk/>
            <pc:sldMk cId="4262920030" sldId="288"/>
            <ac:picMk id="24" creationId="{BF46F467-F52C-4459-A389-F077D7163600}"/>
          </ac:picMkLst>
        </pc:picChg>
        <pc:cxnChg chg="del">
          <ac:chgData name="김정호" userId="a115ac67-88fc-423e-bd34-78ee0fe0a2b7" providerId="ADAL" clId="{52AC530C-985B-49AF-9EE4-33927C2EF9D7}" dt="2021-07-20T13:49:15.469" v="506" actId="478"/>
          <ac:cxnSpMkLst>
            <pc:docMk/>
            <pc:sldMk cId="4262920030" sldId="288"/>
            <ac:cxnSpMk id="4" creationId="{B02F852D-44AF-4232-80CC-209449D39ED5}"/>
          </ac:cxnSpMkLst>
        </pc:cxnChg>
        <pc:cxnChg chg="del">
          <ac:chgData name="김정호" userId="a115ac67-88fc-423e-bd34-78ee0fe0a2b7" providerId="ADAL" clId="{52AC530C-985B-49AF-9EE4-33927C2EF9D7}" dt="2021-07-20T13:49:15.469" v="506" actId="478"/>
          <ac:cxnSpMkLst>
            <pc:docMk/>
            <pc:sldMk cId="4262920030" sldId="288"/>
            <ac:cxnSpMk id="7" creationId="{301FCFEB-E146-4A7B-9238-9477EB85E214}"/>
          </ac:cxnSpMkLst>
        </pc:cxnChg>
      </pc:sldChg>
      <pc:sldChg chg="addSp delSp modSp add mod">
        <pc:chgData name="김정호" userId="a115ac67-88fc-423e-bd34-78ee0fe0a2b7" providerId="ADAL" clId="{52AC530C-985B-49AF-9EE4-33927C2EF9D7}" dt="2021-07-21T05:05:49.712" v="2632" actId="571"/>
        <pc:sldMkLst>
          <pc:docMk/>
          <pc:sldMk cId="1722105158" sldId="289"/>
        </pc:sldMkLst>
        <pc:spChg chg="mod">
          <ac:chgData name="김정호" userId="a115ac67-88fc-423e-bd34-78ee0fe0a2b7" providerId="ADAL" clId="{52AC530C-985B-49AF-9EE4-33927C2EF9D7}" dt="2021-07-21T04:46:50.107" v="2184" actId="20577"/>
          <ac:spMkLst>
            <pc:docMk/>
            <pc:sldMk cId="1722105158" sldId="289"/>
            <ac:spMk id="2" creationId="{00000000-0000-0000-0000-000000000000}"/>
          </ac:spMkLst>
        </pc:spChg>
        <pc:spChg chg="del">
          <ac:chgData name="김정호" userId="a115ac67-88fc-423e-bd34-78ee0fe0a2b7" providerId="ADAL" clId="{52AC530C-985B-49AF-9EE4-33927C2EF9D7}" dt="2021-07-21T04:47:43.154" v="2214" actId="478"/>
          <ac:spMkLst>
            <pc:docMk/>
            <pc:sldMk cId="1722105158" sldId="289"/>
            <ac:spMk id="27" creationId="{D568D9CB-05EF-45B1-9C7A-77BAEED8597A}"/>
          </ac:spMkLst>
        </pc:spChg>
        <pc:spChg chg="add del">
          <ac:chgData name="김정호" userId="a115ac67-88fc-423e-bd34-78ee0fe0a2b7" providerId="ADAL" clId="{52AC530C-985B-49AF-9EE4-33927C2EF9D7}" dt="2021-07-21T04:59:10.083" v="2515" actId="478"/>
          <ac:spMkLst>
            <pc:docMk/>
            <pc:sldMk cId="1722105158" sldId="289"/>
            <ac:spMk id="28" creationId="{808ACCFC-EA85-4FE4-8540-8EEE8AA02907}"/>
          </ac:spMkLst>
        </pc:spChg>
        <pc:spChg chg="add mod">
          <ac:chgData name="김정호" userId="a115ac67-88fc-423e-bd34-78ee0fe0a2b7" providerId="ADAL" clId="{52AC530C-985B-49AF-9EE4-33927C2EF9D7}" dt="2021-07-21T04:59:46.639" v="2528" actId="1076"/>
          <ac:spMkLst>
            <pc:docMk/>
            <pc:sldMk cId="1722105158" sldId="289"/>
            <ac:spMk id="30" creationId="{2F885312-0DAD-4211-9DCA-D2071CF31CBF}"/>
          </ac:spMkLst>
        </pc:spChg>
        <pc:spChg chg="add mod">
          <ac:chgData name="김정호" userId="a115ac67-88fc-423e-bd34-78ee0fe0a2b7" providerId="ADAL" clId="{52AC530C-985B-49AF-9EE4-33927C2EF9D7}" dt="2021-07-21T05:05:47.261" v="2631" actId="1076"/>
          <ac:spMkLst>
            <pc:docMk/>
            <pc:sldMk cId="1722105158" sldId="289"/>
            <ac:spMk id="31" creationId="{620F7853-80A5-4651-AC11-AD81EFF82F3D}"/>
          </ac:spMkLst>
        </pc:spChg>
        <pc:spChg chg="add mod">
          <ac:chgData name="김정호" userId="a115ac67-88fc-423e-bd34-78ee0fe0a2b7" providerId="ADAL" clId="{52AC530C-985B-49AF-9EE4-33927C2EF9D7}" dt="2021-07-21T05:05:49.712" v="2632" actId="571"/>
          <ac:spMkLst>
            <pc:docMk/>
            <pc:sldMk cId="1722105158" sldId="289"/>
            <ac:spMk id="33" creationId="{77685748-9178-417B-85E0-64542976D5E2}"/>
          </ac:spMkLst>
        </pc:spChg>
        <pc:picChg chg="del">
          <ac:chgData name="김정호" userId="a115ac67-88fc-423e-bd34-78ee0fe0a2b7" providerId="ADAL" clId="{52AC530C-985B-49AF-9EE4-33927C2EF9D7}" dt="2021-07-21T04:47:43.154" v="2214" actId="478"/>
          <ac:picMkLst>
            <pc:docMk/>
            <pc:sldMk cId="1722105158" sldId="289"/>
            <ac:picMk id="10" creationId="{C8B19ED5-62A2-433D-A566-01094EDD2763}"/>
          </ac:picMkLst>
        </pc:picChg>
        <pc:picChg chg="del">
          <ac:chgData name="김정호" userId="a115ac67-88fc-423e-bd34-78ee0fe0a2b7" providerId="ADAL" clId="{52AC530C-985B-49AF-9EE4-33927C2EF9D7}" dt="2021-07-21T04:47:43.154" v="2214" actId="478"/>
          <ac:picMkLst>
            <pc:docMk/>
            <pc:sldMk cId="1722105158" sldId="289"/>
            <ac:picMk id="21" creationId="{BACA2CC3-BA9F-41E1-B515-CA6192D2CA39}"/>
          </ac:picMkLst>
        </pc:picChg>
        <pc:picChg chg="add mod">
          <ac:chgData name="김정호" userId="a115ac67-88fc-423e-bd34-78ee0fe0a2b7" providerId="ADAL" clId="{52AC530C-985B-49AF-9EE4-33927C2EF9D7}" dt="2021-07-21T04:57:01.005" v="2484" actId="571"/>
          <ac:picMkLst>
            <pc:docMk/>
            <pc:sldMk cId="1722105158" sldId="289"/>
            <ac:picMk id="23" creationId="{85AB032A-AB17-4F8F-AE41-5C12CCB792F5}"/>
          </ac:picMkLst>
        </pc:picChg>
        <pc:picChg chg="add del mod">
          <ac:chgData name="김정호" userId="a115ac67-88fc-423e-bd34-78ee0fe0a2b7" providerId="ADAL" clId="{52AC530C-985B-49AF-9EE4-33927C2EF9D7}" dt="2021-07-21T04:57:03.213" v="2485" actId="1076"/>
          <ac:picMkLst>
            <pc:docMk/>
            <pc:sldMk cId="1722105158" sldId="289"/>
            <ac:picMk id="24" creationId="{48298AAB-A22F-4782-A008-A8E2C183CD01}"/>
          </ac:picMkLst>
        </pc:picChg>
        <pc:picChg chg="add mod">
          <ac:chgData name="김정호" userId="a115ac67-88fc-423e-bd34-78ee0fe0a2b7" providerId="ADAL" clId="{52AC530C-985B-49AF-9EE4-33927C2EF9D7}" dt="2021-07-21T04:57:01.005" v="2484" actId="571"/>
          <ac:picMkLst>
            <pc:docMk/>
            <pc:sldMk cId="1722105158" sldId="289"/>
            <ac:picMk id="25" creationId="{584026C3-9677-471C-84DB-AC78310151AA}"/>
          </ac:picMkLst>
        </pc:picChg>
        <pc:picChg chg="add del mod">
          <ac:chgData name="김정호" userId="a115ac67-88fc-423e-bd34-78ee0fe0a2b7" providerId="ADAL" clId="{52AC530C-985B-49AF-9EE4-33927C2EF9D7}" dt="2021-07-21T04:58:00.079" v="2499" actId="1076"/>
          <ac:picMkLst>
            <pc:docMk/>
            <pc:sldMk cId="1722105158" sldId="289"/>
            <ac:picMk id="26" creationId="{512B0025-4425-4B4C-B526-9BE695594095}"/>
          </ac:picMkLst>
        </pc:picChg>
        <pc:picChg chg="add mod">
          <ac:chgData name="김정호" userId="a115ac67-88fc-423e-bd34-78ee0fe0a2b7" providerId="ADAL" clId="{52AC530C-985B-49AF-9EE4-33927C2EF9D7}" dt="2021-07-21T04:57:01.005" v="2484" actId="571"/>
          <ac:picMkLst>
            <pc:docMk/>
            <pc:sldMk cId="1722105158" sldId="289"/>
            <ac:picMk id="29" creationId="{46F5C9B2-E2E2-4EF0-8007-8206429AA737}"/>
          </ac:picMkLst>
        </pc:picChg>
        <pc:picChg chg="del">
          <ac:chgData name="김정호" userId="a115ac67-88fc-423e-bd34-78ee0fe0a2b7" providerId="ADAL" clId="{52AC530C-985B-49AF-9EE4-33927C2EF9D7}" dt="2021-07-21T04:47:43.154" v="2214" actId="478"/>
          <ac:picMkLst>
            <pc:docMk/>
            <pc:sldMk cId="1722105158" sldId="289"/>
            <ac:picMk id="32" creationId="{28B29FE3-A43F-40C3-80E3-74546328503A}"/>
          </ac:picMkLst>
        </pc:picChg>
        <pc:picChg chg="add del mod">
          <ac:chgData name="김정호" userId="a115ac67-88fc-423e-bd34-78ee0fe0a2b7" providerId="ADAL" clId="{52AC530C-985B-49AF-9EE4-33927C2EF9D7}" dt="2021-07-21T04:58:00.079" v="2499" actId="1076"/>
          <ac:picMkLst>
            <pc:docMk/>
            <pc:sldMk cId="1722105158" sldId="289"/>
            <ac:picMk id="34" creationId="{0FE41EFA-7666-4F34-BB41-95CA5C0B6F8F}"/>
          </ac:picMkLst>
        </pc:picChg>
      </pc:sldChg>
      <pc:sldChg chg="addSp delSp modSp add mod">
        <pc:chgData name="김정호" userId="a115ac67-88fc-423e-bd34-78ee0fe0a2b7" providerId="ADAL" clId="{52AC530C-985B-49AF-9EE4-33927C2EF9D7}" dt="2021-07-21T05:06:01.088" v="2636" actId="571"/>
        <pc:sldMkLst>
          <pc:docMk/>
          <pc:sldMk cId="2449107574" sldId="290"/>
        </pc:sldMkLst>
        <pc:spChg chg="mod">
          <ac:chgData name="김정호" userId="a115ac67-88fc-423e-bd34-78ee0fe0a2b7" providerId="ADAL" clId="{52AC530C-985B-49AF-9EE4-33927C2EF9D7}" dt="2021-07-21T04:46:53.852" v="2193" actId="20577"/>
          <ac:spMkLst>
            <pc:docMk/>
            <pc:sldMk cId="2449107574" sldId="290"/>
            <ac:spMk id="2" creationId="{00000000-0000-0000-0000-000000000000}"/>
          </ac:spMkLst>
        </pc:spChg>
        <pc:spChg chg="add del">
          <ac:chgData name="김정호" userId="a115ac67-88fc-423e-bd34-78ee0fe0a2b7" providerId="ADAL" clId="{52AC530C-985B-49AF-9EE4-33927C2EF9D7}" dt="2021-07-21T04:59:14.380" v="2517" actId="478"/>
          <ac:spMkLst>
            <pc:docMk/>
            <pc:sldMk cId="2449107574" sldId="290"/>
            <ac:spMk id="27" creationId="{4D8B9198-764C-4C5E-A2F5-AA388FA4E0F1}"/>
          </ac:spMkLst>
        </pc:spChg>
        <pc:spChg chg="del">
          <ac:chgData name="김정호" userId="a115ac67-88fc-423e-bd34-78ee0fe0a2b7" providerId="ADAL" clId="{52AC530C-985B-49AF-9EE4-33927C2EF9D7}" dt="2021-07-21T04:47:46.042" v="2215" actId="478"/>
          <ac:spMkLst>
            <pc:docMk/>
            <pc:sldMk cId="2449107574" sldId="290"/>
            <ac:spMk id="28" creationId="{A64DBC09-2569-43A9-9369-88778A00A4CC}"/>
          </ac:spMkLst>
        </pc:spChg>
        <pc:spChg chg="add mod">
          <ac:chgData name="김정호" userId="a115ac67-88fc-423e-bd34-78ee0fe0a2b7" providerId="ADAL" clId="{52AC530C-985B-49AF-9EE4-33927C2EF9D7}" dt="2021-07-21T04:59:12.585" v="2516"/>
          <ac:spMkLst>
            <pc:docMk/>
            <pc:sldMk cId="2449107574" sldId="290"/>
            <ac:spMk id="31" creationId="{D204D686-8EE8-4560-A766-317B2ADA52DD}"/>
          </ac:spMkLst>
        </pc:spChg>
        <pc:spChg chg="add mod">
          <ac:chgData name="김정호" userId="a115ac67-88fc-423e-bd34-78ee0fe0a2b7" providerId="ADAL" clId="{52AC530C-985B-49AF-9EE4-33927C2EF9D7}" dt="2021-07-21T05:05:57.946" v="2635" actId="1076"/>
          <ac:spMkLst>
            <pc:docMk/>
            <pc:sldMk cId="2449107574" sldId="290"/>
            <ac:spMk id="33" creationId="{118C0B9C-DCF8-4D5F-8802-3FED5A507052}"/>
          </ac:spMkLst>
        </pc:spChg>
        <pc:spChg chg="add mod">
          <ac:chgData name="김정호" userId="a115ac67-88fc-423e-bd34-78ee0fe0a2b7" providerId="ADAL" clId="{52AC530C-985B-49AF-9EE4-33927C2EF9D7}" dt="2021-07-21T05:06:01.088" v="2636" actId="571"/>
          <ac:spMkLst>
            <pc:docMk/>
            <pc:sldMk cId="2449107574" sldId="290"/>
            <ac:spMk id="34" creationId="{867B386B-E89D-4263-9F99-E86E8ECA7E3C}"/>
          </ac:spMkLst>
        </pc:spChg>
        <pc:picChg chg="add del mod">
          <ac:chgData name="김정호" userId="a115ac67-88fc-423e-bd34-78ee0fe0a2b7" providerId="ADAL" clId="{52AC530C-985B-49AF-9EE4-33927C2EF9D7}" dt="2021-07-21T04:57:14.534" v="2491" actId="1076"/>
          <ac:picMkLst>
            <pc:docMk/>
            <pc:sldMk cId="2449107574" sldId="290"/>
            <ac:picMk id="8" creationId="{646230FB-AAAA-43D3-BA0D-30071ACB422A}"/>
          </ac:picMkLst>
        </pc:picChg>
        <pc:picChg chg="add del mod">
          <ac:chgData name="김정호" userId="a115ac67-88fc-423e-bd34-78ee0fe0a2b7" providerId="ADAL" clId="{52AC530C-985B-49AF-9EE4-33927C2EF9D7}" dt="2021-07-21T04:58:05.807" v="2500" actId="1076"/>
          <ac:picMkLst>
            <pc:docMk/>
            <pc:sldMk cId="2449107574" sldId="290"/>
            <ac:picMk id="21" creationId="{E103F22A-5F9D-4CCA-BCF7-FFA9E78E5E27}"/>
          </ac:picMkLst>
        </pc:picChg>
        <pc:picChg chg="add mod">
          <ac:chgData name="김정호" userId="a115ac67-88fc-423e-bd34-78ee0fe0a2b7" providerId="ADAL" clId="{52AC530C-985B-49AF-9EE4-33927C2EF9D7}" dt="2021-07-21T04:57:12.661" v="2490" actId="571"/>
          <ac:picMkLst>
            <pc:docMk/>
            <pc:sldMk cId="2449107574" sldId="290"/>
            <ac:picMk id="23" creationId="{51D8676F-1B31-46B6-A441-104686B5C79F}"/>
          </ac:picMkLst>
        </pc:picChg>
        <pc:picChg chg="del">
          <ac:chgData name="김정호" userId="a115ac67-88fc-423e-bd34-78ee0fe0a2b7" providerId="ADAL" clId="{52AC530C-985B-49AF-9EE4-33927C2EF9D7}" dt="2021-07-21T04:47:46.042" v="2215" actId="478"/>
          <ac:picMkLst>
            <pc:docMk/>
            <pc:sldMk cId="2449107574" sldId="290"/>
            <ac:picMk id="24" creationId="{DE0C9FE4-1671-4983-9854-5384F20DF0EA}"/>
          </ac:picMkLst>
        </pc:picChg>
        <pc:picChg chg="add mod">
          <ac:chgData name="김정호" userId="a115ac67-88fc-423e-bd34-78ee0fe0a2b7" providerId="ADAL" clId="{52AC530C-985B-49AF-9EE4-33927C2EF9D7}" dt="2021-07-21T04:57:12.661" v="2490" actId="571"/>
          <ac:picMkLst>
            <pc:docMk/>
            <pc:sldMk cId="2449107574" sldId="290"/>
            <ac:picMk id="25" creationId="{861E8C3C-5390-4901-B3A2-B03814BA2A0F}"/>
          </ac:picMkLst>
        </pc:picChg>
        <pc:picChg chg="del">
          <ac:chgData name="김정호" userId="a115ac67-88fc-423e-bd34-78ee0fe0a2b7" providerId="ADAL" clId="{52AC530C-985B-49AF-9EE4-33927C2EF9D7}" dt="2021-07-21T04:47:46.042" v="2215" actId="478"/>
          <ac:picMkLst>
            <pc:docMk/>
            <pc:sldMk cId="2449107574" sldId="290"/>
            <ac:picMk id="26" creationId="{8641114A-0DB1-4785-B4D4-5F11905E5450}"/>
          </ac:picMkLst>
        </pc:picChg>
        <pc:picChg chg="add mod">
          <ac:chgData name="김정호" userId="a115ac67-88fc-423e-bd34-78ee0fe0a2b7" providerId="ADAL" clId="{52AC530C-985B-49AF-9EE4-33927C2EF9D7}" dt="2021-07-21T04:57:12.661" v="2490" actId="571"/>
          <ac:picMkLst>
            <pc:docMk/>
            <pc:sldMk cId="2449107574" sldId="290"/>
            <ac:picMk id="29" creationId="{C99650BA-9F38-472F-A161-FB9D2C0A2BBC}"/>
          </ac:picMkLst>
        </pc:picChg>
        <pc:picChg chg="add del mod">
          <ac:chgData name="김정호" userId="a115ac67-88fc-423e-bd34-78ee0fe0a2b7" providerId="ADAL" clId="{52AC530C-985B-49AF-9EE4-33927C2EF9D7}" dt="2021-07-21T04:58:05.807" v="2500" actId="1076"/>
          <ac:picMkLst>
            <pc:docMk/>
            <pc:sldMk cId="2449107574" sldId="290"/>
            <ac:picMk id="30" creationId="{CCDFA88F-E9E6-47B9-BE17-DF0695A62708}"/>
          </ac:picMkLst>
        </pc:picChg>
        <pc:picChg chg="del">
          <ac:chgData name="김정호" userId="a115ac67-88fc-423e-bd34-78ee0fe0a2b7" providerId="ADAL" clId="{52AC530C-985B-49AF-9EE4-33927C2EF9D7}" dt="2021-07-21T04:47:46.042" v="2215" actId="478"/>
          <ac:picMkLst>
            <pc:docMk/>
            <pc:sldMk cId="2449107574" sldId="290"/>
            <ac:picMk id="32" creationId="{2B3CFA5C-5E24-483A-A5E9-5A3D183B9768}"/>
          </ac:picMkLst>
        </pc:picChg>
      </pc:sldChg>
    </pc:docChg>
  </pc:docChgLst>
  <pc:docChgLst>
    <pc:chgData name="김정호" userId="a115ac67-88fc-423e-bd34-78ee0fe0a2b7" providerId="ADAL" clId="{4AA8FFAF-FBDD-4338-9AA2-8D3AF67B4D33}"/>
    <pc:docChg chg="undo custSel addSld modSld">
      <pc:chgData name="김정호" userId="a115ac67-88fc-423e-bd34-78ee0fe0a2b7" providerId="ADAL" clId="{4AA8FFAF-FBDD-4338-9AA2-8D3AF67B4D33}" dt="2021-07-01T04:49:59.547" v="408" actId="20577"/>
      <pc:docMkLst>
        <pc:docMk/>
      </pc:docMkLst>
      <pc:sldChg chg="addSp delSp modSp add mod">
        <pc:chgData name="김정호" userId="a115ac67-88fc-423e-bd34-78ee0fe0a2b7" providerId="ADAL" clId="{4AA8FFAF-FBDD-4338-9AA2-8D3AF67B4D33}" dt="2021-06-24T13:50:23.311" v="144" actId="20577"/>
        <pc:sldMkLst>
          <pc:docMk/>
          <pc:sldMk cId="2026012488" sldId="257"/>
        </pc:sldMkLst>
        <pc:spChg chg="del">
          <ac:chgData name="김정호" userId="a115ac67-88fc-423e-bd34-78ee0fe0a2b7" providerId="ADAL" clId="{4AA8FFAF-FBDD-4338-9AA2-8D3AF67B4D33}" dt="2021-06-24T13:46:56.129" v="5" actId="478"/>
          <ac:spMkLst>
            <pc:docMk/>
            <pc:sldMk cId="2026012488" sldId="257"/>
            <ac:spMk id="8" creationId="{B760FAF3-A7FF-46FA-8677-450A837BD8DC}"/>
          </ac:spMkLst>
        </pc:spChg>
        <pc:spChg chg="add mod">
          <ac:chgData name="김정호" userId="a115ac67-88fc-423e-bd34-78ee0fe0a2b7" providerId="ADAL" clId="{4AA8FFAF-FBDD-4338-9AA2-8D3AF67B4D33}" dt="2021-06-24T13:46:42.170" v="1"/>
          <ac:spMkLst>
            <pc:docMk/>
            <pc:sldMk cId="2026012488" sldId="257"/>
            <ac:spMk id="10" creationId="{AED4A7C2-53F3-4219-A49C-AE1C908F8735}"/>
          </ac:spMkLst>
        </pc:spChg>
        <pc:spChg chg="mod">
          <ac:chgData name="김정호" userId="a115ac67-88fc-423e-bd34-78ee0fe0a2b7" providerId="ADAL" clId="{4AA8FFAF-FBDD-4338-9AA2-8D3AF67B4D33}" dt="2021-06-24T13:50:23.311" v="144" actId="20577"/>
          <ac:spMkLst>
            <pc:docMk/>
            <pc:sldMk cId="2026012488" sldId="257"/>
            <ac:spMk id="14" creationId="{D174AE92-69B5-4906-964F-464B0077DAAB}"/>
          </ac:spMkLst>
        </pc:spChg>
        <pc:spChg chg="mod">
          <ac:chgData name="김정호" userId="a115ac67-88fc-423e-bd34-78ee0fe0a2b7" providerId="ADAL" clId="{4AA8FFAF-FBDD-4338-9AA2-8D3AF67B4D33}" dt="2021-06-24T13:50:16.940" v="139" actId="113"/>
          <ac:spMkLst>
            <pc:docMk/>
            <pc:sldMk cId="2026012488" sldId="257"/>
            <ac:spMk id="15" creationId="{74F4511B-4E15-43D8-8BC1-D27D36E6C79D}"/>
          </ac:spMkLst>
        </pc:spChg>
        <pc:spChg chg="add mod">
          <ac:chgData name="김정호" userId="a115ac67-88fc-423e-bd34-78ee0fe0a2b7" providerId="ADAL" clId="{4AA8FFAF-FBDD-4338-9AA2-8D3AF67B4D33}" dt="2021-06-24T13:46:54.505" v="4"/>
          <ac:spMkLst>
            <pc:docMk/>
            <pc:sldMk cId="2026012488" sldId="257"/>
            <ac:spMk id="20" creationId="{ED1641DC-F0C4-49D8-AA6B-EE7E0F89FE34}"/>
          </ac:spMkLst>
        </pc:spChg>
        <pc:grpChg chg="add mod">
          <ac:chgData name="김정호" userId="a115ac67-88fc-423e-bd34-78ee0fe0a2b7" providerId="ADAL" clId="{4AA8FFAF-FBDD-4338-9AA2-8D3AF67B4D33}" dt="2021-06-24T13:46:42.170" v="1"/>
          <ac:grpSpMkLst>
            <pc:docMk/>
            <pc:sldMk cId="2026012488" sldId="257"/>
            <ac:grpSpMk id="11" creationId="{37439ADC-FCED-4AA7-820D-9C4632381004}"/>
          </ac:grpSpMkLst>
        </pc:grpChg>
        <pc:picChg chg="mod">
          <ac:chgData name="김정호" userId="a115ac67-88fc-423e-bd34-78ee0fe0a2b7" providerId="ADAL" clId="{4AA8FFAF-FBDD-4338-9AA2-8D3AF67B4D33}" dt="2021-06-24T13:47:05.546" v="6" actId="1076"/>
          <ac:picMkLst>
            <pc:docMk/>
            <pc:sldMk cId="2026012488" sldId="257"/>
            <ac:picMk id="3" creationId="{A425BEFA-2FCE-46CD-B9CE-087DF5D94039}"/>
          </ac:picMkLst>
        </pc:picChg>
        <pc:cxnChg chg="mod">
          <ac:chgData name="김정호" userId="a115ac67-88fc-423e-bd34-78ee0fe0a2b7" providerId="ADAL" clId="{4AA8FFAF-FBDD-4338-9AA2-8D3AF67B4D33}" dt="2021-06-24T13:46:42.170" v="1"/>
          <ac:cxnSpMkLst>
            <pc:docMk/>
            <pc:sldMk cId="2026012488" sldId="257"/>
            <ac:cxnSpMk id="12" creationId="{F1EF3EB6-AEA9-4403-B328-A5CC092DCD54}"/>
          </ac:cxnSpMkLst>
        </pc:cxnChg>
        <pc:cxnChg chg="mod">
          <ac:chgData name="김정호" userId="a115ac67-88fc-423e-bd34-78ee0fe0a2b7" providerId="ADAL" clId="{4AA8FFAF-FBDD-4338-9AA2-8D3AF67B4D33}" dt="2021-06-24T13:46:42.170" v="1"/>
          <ac:cxnSpMkLst>
            <pc:docMk/>
            <pc:sldMk cId="2026012488" sldId="257"/>
            <ac:cxnSpMk id="13" creationId="{5744723A-F10F-47B2-B2C4-2650E9FAFD38}"/>
          </ac:cxnSpMkLst>
        </pc:cxnChg>
        <pc:cxnChg chg="mod">
          <ac:chgData name="김정호" userId="a115ac67-88fc-423e-bd34-78ee0fe0a2b7" providerId="ADAL" clId="{4AA8FFAF-FBDD-4338-9AA2-8D3AF67B4D33}" dt="2021-06-24T13:46:42.170" v="1"/>
          <ac:cxnSpMkLst>
            <pc:docMk/>
            <pc:sldMk cId="2026012488" sldId="257"/>
            <ac:cxnSpMk id="16" creationId="{13E9F5BF-BEF1-4E6F-8981-1C075EDEE333}"/>
          </ac:cxnSpMkLst>
        </pc:cxnChg>
        <pc:cxnChg chg="mod">
          <ac:chgData name="김정호" userId="a115ac67-88fc-423e-bd34-78ee0fe0a2b7" providerId="ADAL" clId="{4AA8FFAF-FBDD-4338-9AA2-8D3AF67B4D33}" dt="2021-06-24T13:46:42.170" v="1"/>
          <ac:cxnSpMkLst>
            <pc:docMk/>
            <pc:sldMk cId="2026012488" sldId="257"/>
            <ac:cxnSpMk id="17" creationId="{F882832D-C130-45D2-B0DD-1EE158D3FCAE}"/>
          </ac:cxnSpMkLst>
        </pc:cxnChg>
        <pc:cxnChg chg="mod">
          <ac:chgData name="김정호" userId="a115ac67-88fc-423e-bd34-78ee0fe0a2b7" providerId="ADAL" clId="{4AA8FFAF-FBDD-4338-9AA2-8D3AF67B4D33}" dt="2021-06-24T13:46:42.170" v="1"/>
          <ac:cxnSpMkLst>
            <pc:docMk/>
            <pc:sldMk cId="2026012488" sldId="257"/>
            <ac:cxnSpMk id="18" creationId="{F2603ED2-7CDA-4449-8AC9-8D7E5CE415B5}"/>
          </ac:cxnSpMkLst>
        </pc:cxnChg>
        <pc:cxnChg chg="mod">
          <ac:chgData name="김정호" userId="a115ac67-88fc-423e-bd34-78ee0fe0a2b7" providerId="ADAL" clId="{4AA8FFAF-FBDD-4338-9AA2-8D3AF67B4D33}" dt="2021-06-24T13:46:42.170" v="1"/>
          <ac:cxnSpMkLst>
            <pc:docMk/>
            <pc:sldMk cId="2026012488" sldId="257"/>
            <ac:cxnSpMk id="19" creationId="{357951A1-AB86-4479-9D44-DE2BF0D6215D}"/>
          </ac:cxnSpMkLst>
        </pc:cxnChg>
      </pc:sldChg>
      <pc:sldChg chg="addSp delSp modSp add mod">
        <pc:chgData name="김정호" userId="a115ac67-88fc-423e-bd34-78ee0fe0a2b7" providerId="ADAL" clId="{4AA8FFAF-FBDD-4338-9AA2-8D3AF67B4D33}" dt="2021-06-24T13:50:13.520" v="137" actId="113"/>
        <pc:sldMkLst>
          <pc:docMk/>
          <pc:sldMk cId="4249502762" sldId="258"/>
        </pc:sldMkLst>
        <pc:spChg chg="del">
          <ac:chgData name="김정호" userId="a115ac67-88fc-423e-bd34-78ee0fe0a2b7" providerId="ADAL" clId="{4AA8FFAF-FBDD-4338-9AA2-8D3AF67B4D33}" dt="2021-06-24T13:47:39.199" v="24" actId="478"/>
          <ac:spMkLst>
            <pc:docMk/>
            <pc:sldMk cId="4249502762" sldId="258"/>
            <ac:spMk id="8" creationId="{0555B48E-D6A6-48F6-B2C2-99BF61DF7A7C}"/>
          </ac:spMkLst>
        </pc:spChg>
        <pc:spChg chg="mod">
          <ac:chgData name="김정호" userId="a115ac67-88fc-423e-bd34-78ee0fe0a2b7" providerId="ADAL" clId="{4AA8FFAF-FBDD-4338-9AA2-8D3AF67B4D33}" dt="2021-06-24T13:50:13.520" v="137" actId="113"/>
          <ac:spMkLst>
            <pc:docMk/>
            <pc:sldMk cId="4249502762" sldId="258"/>
            <ac:spMk id="9" creationId="{EDBEB181-4339-4B8D-BC45-0F4B991F1671}"/>
          </ac:spMkLst>
        </pc:spChg>
        <pc:spChg chg="add mod">
          <ac:chgData name="김정호" userId="a115ac67-88fc-423e-bd34-78ee0fe0a2b7" providerId="ADAL" clId="{4AA8FFAF-FBDD-4338-9AA2-8D3AF67B4D33}" dt="2021-06-24T13:46:43.121" v="2"/>
          <ac:spMkLst>
            <pc:docMk/>
            <pc:sldMk cId="4249502762" sldId="258"/>
            <ac:spMk id="12" creationId="{7FB2F928-D1DD-457C-A47D-3FDD9D937D0E}"/>
          </ac:spMkLst>
        </pc:spChg>
        <pc:spChg chg="mod">
          <ac:chgData name="김정호" userId="a115ac67-88fc-423e-bd34-78ee0fe0a2b7" providerId="ADAL" clId="{4AA8FFAF-FBDD-4338-9AA2-8D3AF67B4D33}" dt="2021-06-24T13:50:12.249" v="136" actId="113"/>
          <ac:spMkLst>
            <pc:docMk/>
            <pc:sldMk cId="4249502762" sldId="258"/>
            <ac:spMk id="16" creationId="{0FC811EE-F665-460D-ADAF-486A0762C228}"/>
          </ac:spMkLst>
        </pc:spChg>
        <pc:spChg chg="add mod">
          <ac:chgData name="김정호" userId="a115ac67-88fc-423e-bd34-78ee0fe0a2b7" providerId="ADAL" clId="{4AA8FFAF-FBDD-4338-9AA2-8D3AF67B4D33}" dt="2021-06-24T13:47:36.851" v="23"/>
          <ac:spMkLst>
            <pc:docMk/>
            <pc:sldMk cId="4249502762" sldId="258"/>
            <ac:spMk id="22" creationId="{26D603E7-0447-4299-B980-8F8E76F7E903}"/>
          </ac:spMkLst>
        </pc:spChg>
        <pc:grpChg chg="add mod">
          <ac:chgData name="김정호" userId="a115ac67-88fc-423e-bd34-78ee0fe0a2b7" providerId="ADAL" clId="{4AA8FFAF-FBDD-4338-9AA2-8D3AF67B4D33}" dt="2021-06-24T13:46:43.121" v="2"/>
          <ac:grpSpMkLst>
            <pc:docMk/>
            <pc:sldMk cId="4249502762" sldId="258"/>
            <ac:grpSpMk id="14" creationId="{066CDD5C-B5AD-4CC9-B2E2-D2823F9450A6}"/>
          </ac:grpSpMkLst>
        </pc:grpChg>
        <pc:cxnChg chg="mod">
          <ac:chgData name="김정호" userId="a115ac67-88fc-423e-bd34-78ee0fe0a2b7" providerId="ADAL" clId="{4AA8FFAF-FBDD-4338-9AA2-8D3AF67B4D33}" dt="2021-06-24T13:46:43.121" v="2"/>
          <ac:cxnSpMkLst>
            <pc:docMk/>
            <pc:sldMk cId="4249502762" sldId="258"/>
            <ac:cxnSpMk id="15" creationId="{B4D794B0-4B58-4AA6-9C77-C0B424880557}"/>
          </ac:cxnSpMkLst>
        </pc:cxnChg>
        <pc:cxnChg chg="mod">
          <ac:chgData name="김정호" userId="a115ac67-88fc-423e-bd34-78ee0fe0a2b7" providerId="ADAL" clId="{4AA8FFAF-FBDD-4338-9AA2-8D3AF67B4D33}" dt="2021-06-24T13:46:43.121" v="2"/>
          <ac:cxnSpMkLst>
            <pc:docMk/>
            <pc:sldMk cId="4249502762" sldId="258"/>
            <ac:cxnSpMk id="17" creationId="{FD8F6390-6A13-4D11-9BED-8387469F5BF1}"/>
          </ac:cxnSpMkLst>
        </pc:cxnChg>
        <pc:cxnChg chg="mod">
          <ac:chgData name="김정호" userId="a115ac67-88fc-423e-bd34-78ee0fe0a2b7" providerId="ADAL" clId="{4AA8FFAF-FBDD-4338-9AA2-8D3AF67B4D33}" dt="2021-06-24T13:46:43.121" v="2"/>
          <ac:cxnSpMkLst>
            <pc:docMk/>
            <pc:sldMk cId="4249502762" sldId="258"/>
            <ac:cxnSpMk id="18" creationId="{50B44699-65A8-4764-B8BE-67CD3FED6EF5}"/>
          </ac:cxnSpMkLst>
        </pc:cxnChg>
        <pc:cxnChg chg="mod">
          <ac:chgData name="김정호" userId="a115ac67-88fc-423e-bd34-78ee0fe0a2b7" providerId="ADAL" clId="{4AA8FFAF-FBDD-4338-9AA2-8D3AF67B4D33}" dt="2021-06-24T13:46:43.121" v="2"/>
          <ac:cxnSpMkLst>
            <pc:docMk/>
            <pc:sldMk cId="4249502762" sldId="258"/>
            <ac:cxnSpMk id="19" creationId="{9A421E2B-0851-47CA-9C33-AB698C46D694}"/>
          </ac:cxnSpMkLst>
        </pc:cxnChg>
        <pc:cxnChg chg="mod">
          <ac:chgData name="김정호" userId="a115ac67-88fc-423e-bd34-78ee0fe0a2b7" providerId="ADAL" clId="{4AA8FFAF-FBDD-4338-9AA2-8D3AF67B4D33}" dt="2021-06-24T13:46:43.121" v="2"/>
          <ac:cxnSpMkLst>
            <pc:docMk/>
            <pc:sldMk cId="4249502762" sldId="258"/>
            <ac:cxnSpMk id="20" creationId="{B2FA54A5-DE62-4B81-8579-486F30157F5C}"/>
          </ac:cxnSpMkLst>
        </pc:cxnChg>
        <pc:cxnChg chg="mod">
          <ac:chgData name="김정호" userId="a115ac67-88fc-423e-bd34-78ee0fe0a2b7" providerId="ADAL" clId="{4AA8FFAF-FBDD-4338-9AA2-8D3AF67B4D33}" dt="2021-06-24T13:46:43.121" v="2"/>
          <ac:cxnSpMkLst>
            <pc:docMk/>
            <pc:sldMk cId="4249502762" sldId="258"/>
            <ac:cxnSpMk id="21" creationId="{A2CB4A5F-C863-44F1-896F-2D833A25FC31}"/>
          </ac:cxnSpMkLst>
        </pc:cxnChg>
      </pc:sldChg>
      <pc:sldChg chg="addSp delSp modSp add mod">
        <pc:chgData name="김정호" userId="a115ac67-88fc-423e-bd34-78ee0fe0a2b7" providerId="ADAL" clId="{4AA8FFAF-FBDD-4338-9AA2-8D3AF67B4D33}" dt="2021-06-24T13:50:39.663" v="146" actId="20577"/>
        <pc:sldMkLst>
          <pc:docMk/>
          <pc:sldMk cId="1931034498" sldId="260"/>
        </pc:sldMkLst>
        <pc:spChg chg="mod">
          <ac:chgData name="김정호" userId="a115ac67-88fc-423e-bd34-78ee0fe0a2b7" providerId="ADAL" clId="{4AA8FFAF-FBDD-4338-9AA2-8D3AF67B4D33}" dt="2021-06-24T13:49:17.700" v="134" actId="1076"/>
          <ac:spMkLst>
            <pc:docMk/>
            <pc:sldMk cId="1931034498" sldId="260"/>
            <ac:spMk id="10" creationId="{8B033AA5-A9E6-42D4-98A8-657C38E05079}"/>
          </ac:spMkLst>
        </pc:spChg>
        <pc:spChg chg="mod">
          <ac:chgData name="김정호" userId="a115ac67-88fc-423e-bd34-78ee0fe0a2b7" providerId="ADAL" clId="{4AA8FFAF-FBDD-4338-9AA2-8D3AF67B4D33}" dt="2021-06-24T13:49:13.205" v="133" actId="1076"/>
          <ac:spMkLst>
            <pc:docMk/>
            <pc:sldMk cId="1931034498" sldId="260"/>
            <ac:spMk id="11" creationId="{8E939A23-FF09-4C1A-A750-0255957DBC90}"/>
          </ac:spMkLst>
        </pc:spChg>
        <pc:spChg chg="mod">
          <ac:chgData name="김정호" userId="a115ac67-88fc-423e-bd34-78ee0fe0a2b7" providerId="ADAL" clId="{4AA8FFAF-FBDD-4338-9AA2-8D3AF67B4D33}" dt="2021-06-24T13:49:31.660" v="135" actId="1076"/>
          <ac:spMkLst>
            <pc:docMk/>
            <pc:sldMk cId="1931034498" sldId="260"/>
            <ac:spMk id="12" creationId="{D9545F0D-647C-452F-AB03-3C23F63439D9}"/>
          </ac:spMkLst>
        </pc:spChg>
        <pc:spChg chg="del">
          <ac:chgData name="김정호" userId="a115ac67-88fc-423e-bd34-78ee0fe0a2b7" providerId="ADAL" clId="{4AA8FFAF-FBDD-4338-9AA2-8D3AF67B4D33}" dt="2021-06-24T13:48:27.927" v="124" actId="478"/>
          <ac:spMkLst>
            <pc:docMk/>
            <pc:sldMk cId="1931034498" sldId="260"/>
            <ac:spMk id="14" creationId="{756B914D-F8A6-4CE5-9577-FE2D1E8415D1}"/>
          </ac:spMkLst>
        </pc:spChg>
        <pc:spChg chg="add mod">
          <ac:chgData name="김정호" userId="a115ac67-88fc-423e-bd34-78ee0fe0a2b7" providerId="ADAL" clId="{4AA8FFAF-FBDD-4338-9AA2-8D3AF67B4D33}" dt="2021-06-24T13:50:39.663" v="146" actId="20577"/>
          <ac:spMkLst>
            <pc:docMk/>
            <pc:sldMk cId="1931034498" sldId="260"/>
            <ac:spMk id="15" creationId="{FA3BD5B0-5ED7-40F1-A8C9-95E3988A3353}"/>
          </ac:spMkLst>
        </pc:spChg>
        <pc:spChg chg="add mod">
          <ac:chgData name="김정호" userId="a115ac67-88fc-423e-bd34-78ee0fe0a2b7" providerId="ADAL" clId="{4AA8FFAF-FBDD-4338-9AA2-8D3AF67B4D33}" dt="2021-06-24T13:48:25.503" v="123" actId="14100"/>
          <ac:spMkLst>
            <pc:docMk/>
            <pc:sldMk cId="1931034498" sldId="260"/>
            <ac:spMk id="23" creationId="{E5625951-A4C9-4389-AC42-F9FE0A0C6D91}"/>
          </ac:spMkLst>
        </pc:spChg>
        <pc:grpChg chg="add mod">
          <ac:chgData name="김정호" userId="a115ac67-88fc-423e-bd34-78ee0fe0a2b7" providerId="ADAL" clId="{4AA8FFAF-FBDD-4338-9AA2-8D3AF67B4D33}" dt="2021-06-24T13:46:43.873" v="3"/>
          <ac:grpSpMkLst>
            <pc:docMk/>
            <pc:sldMk cId="1931034498" sldId="260"/>
            <ac:grpSpMk id="16" creationId="{143D9924-915D-4D5E-AD76-98845803CFF7}"/>
          </ac:grpSpMkLst>
        </pc:grpChg>
        <pc:picChg chg="mod">
          <ac:chgData name="김정호" userId="a115ac67-88fc-423e-bd34-78ee0fe0a2b7" providerId="ADAL" clId="{4AA8FFAF-FBDD-4338-9AA2-8D3AF67B4D33}" dt="2021-06-24T13:49:03.810" v="131" actId="1076"/>
          <ac:picMkLst>
            <pc:docMk/>
            <pc:sldMk cId="1931034498" sldId="260"/>
            <ac:picMk id="8" creationId="{4953B3AA-BCA1-4F71-9D45-ABE16951F3B2}"/>
          </ac:picMkLst>
        </pc:picChg>
        <pc:picChg chg="mod">
          <ac:chgData name="김정호" userId="a115ac67-88fc-423e-bd34-78ee0fe0a2b7" providerId="ADAL" clId="{4AA8FFAF-FBDD-4338-9AA2-8D3AF67B4D33}" dt="2021-06-24T13:48:56.085" v="130" actId="1076"/>
          <ac:picMkLst>
            <pc:docMk/>
            <pc:sldMk cId="1931034498" sldId="260"/>
            <ac:picMk id="9" creationId="{02F2D66C-B6E6-4FCE-B1ED-AF09E30D676E}"/>
          </ac:picMkLst>
        </pc:picChg>
        <pc:cxnChg chg="mod">
          <ac:chgData name="김정호" userId="a115ac67-88fc-423e-bd34-78ee0fe0a2b7" providerId="ADAL" clId="{4AA8FFAF-FBDD-4338-9AA2-8D3AF67B4D33}" dt="2021-06-24T13:48:52.269" v="129" actId="1076"/>
          <ac:cxnSpMkLst>
            <pc:docMk/>
            <pc:sldMk cId="1931034498" sldId="260"/>
            <ac:cxnSpMk id="13" creationId="{3F887BE6-19F8-406E-B70E-89D200CAADCC}"/>
          </ac:cxnSpMkLst>
        </pc:cxnChg>
        <pc:cxnChg chg="mod">
          <ac:chgData name="김정호" userId="a115ac67-88fc-423e-bd34-78ee0fe0a2b7" providerId="ADAL" clId="{4AA8FFAF-FBDD-4338-9AA2-8D3AF67B4D33}" dt="2021-06-24T13:46:43.873" v="3"/>
          <ac:cxnSpMkLst>
            <pc:docMk/>
            <pc:sldMk cId="1931034498" sldId="260"/>
            <ac:cxnSpMk id="17" creationId="{ED6F65AA-ACAC-4678-B24F-673B590B1FD2}"/>
          </ac:cxnSpMkLst>
        </pc:cxnChg>
        <pc:cxnChg chg="mod">
          <ac:chgData name="김정호" userId="a115ac67-88fc-423e-bd34-78ee0fe0a2b7" providerId="ADAL" clId="{4AA8FFAF-FBDD-4338-9AA2-8D3AF67B4D33}" dt="2021-06-24T13:46:43.873" v="3"/>
          <ac:cxnSpMkLst>
            <pc:docMk/>
            <pc:sldMk cId="1931034498" sldId="260"/>
            <ac:cxnSpMk id="18" creationId="{3C0274FF-3B64-4568-9995-9AE99C13FACE}"/>
          </ac:cxnSpMkLst>
        </pc:cxnChg>
        <pc:cxnChg chg="mod">
          <ac:chgData name="김정호" userId="a115ac67-88fc-423e-bd34-78ee0fe0a2b7" providerId="ADAL" clId="{4AA8FFAF-FBDD-4338-9AA2-8D3AF67B4D33}" dt="2021-06-24T13:46:43.873" v="3"/>
          <ac:cxnSpMkLst>
            <pc:docMk/>
            <pc:sldMk cId="1931034498" sldId="260"/>
            <ac:cxnSpMk id="19" creationId="{A56B084F-C9F1-4AD7-8508-4D4B0972DF48}"/>
          </ac:cxnSpMkLst>
        </pc:cxnChg>
        <pc:cxnChg chg="mod">
          <ac:chgData name="김정호" userId="a115ac67-88fc-423e-bd34-78ee0fe0a2b7" providerId="ADAL" clId="{4AA8FFAF-FBDD-4338-9AA2-8D3AF67B4D33}" dt="2021-06-24T13:46:43.873" v="3"/>
          <ac:cxnSpMkLst>
            <pc:docMk/>
            <pc:sldMk cId="1931034498" sldId="260"/>
            <ac:cxnSpMk id="20" creationId="{8823D1F4-326E-44BA-A7DC-772241164615}"/>
          </ac:cxnSpMkLst>
        </pc:cxnChg>
        <pc:cxnChg chg="mod">
          <ac:chgData name="김정호" userId="a115ac67-88fc-423e-bd34-78ee0fe0a2b7" providerId="ADAL" clId="{4AA8FFAF-FBDD-4338-9AA2-8D3AF67B4D33}" dt="2021-06-24T13:46:43.873" v="3"/>
          <ac:cxnSpMkLst>
            <pc:docMk/>
            <pc:sldMk cId="1931034498" sldId="260"/>
            <ac:cxnSpMk id="21" creationId="{4E261D59-3F1E-455C-B3A2-9B37695AF2F4}"/>
          </ac:cxnSpMkLst>
        </pc:cxnChg>
        <pc:cxnChg chg="mod">
          <ac:chgData name="김정호" userId="a115ac67-88fc-423e-bd34-78ee0fe0a2b7" providerId="ADAL" clId="{4AA8FFAF-FBDD-4338-9AA2-8D3AF67B4D33}" dt="2021-06-24T13:46:43.873" v="3"/>
          <ac:cxnSpMkLst>
            <pc:docMk/>
            <pc:sldMk cId="1931034498" sldId="260"/>
            <ac:cxnSpMk id="22" creationId="{32DA8E28-C053-4774-A894-16E66CA97186}"/>
          </ac:cxnSpMkLst>
        </pc:cxnChg>
      </pc:sldChg>
      <pc:sldChg chg="modSp mod">
        <pc:chgData name="김정호" userId="a115ac67-88fc-423e-bd34-78ee0fe0a2b7" providerId="ADAL" clId="{4AA8FFAF-FBDD-4338-9AA2-8D3AF67B4D33}" dt="2021-06-24T13:50:41.959" v="148" actId="20577"/>
        <pc:sldMkLst>
          <pc:docMk/>
          <pc:sldMk cId="450713697" sldId="266"/>
        </pc:sldMkLst>
        <pc:spChg chg="mod">
          <ac:chgData name="김정호" userId="a115ac67-88fc-423e-bd34-78ee0fe0a2b7" providerId="ADAL" clId="{4AA8FFAF-FBDD-4338-9AA2-8D3AF67B4D33}" dt="2021-06-24T13:50:41.959" v="148" actId="20577"/>
          <ac:spMkLst>
            <pc:docMk/>
            <pc:sldMk cId="450713697" sldId="266"/>
            <ac:spMk id="9" creationId="{35A597BA-5A42-47FC-8C67-C7A9F8B7045F}"/>
          </ac:spMkLst>
        </pc:spChg>
      </pc:sldChg>
      <pc:sldChg chg="modSp mod">
        <pc:chgData name="김정호" userId="a115ac67-88fc-423e-bd34-78ee0fe0a2b7" providerId="ADAL" clId="{4AA8FFAF-FBDD-4338-9AA2-8D3AF67B4D33}" dt="2021-06-24T13:50:43.750" v="150" actId="20577"/>
        <pc:sldMkLst>
          <pc:docMk/>
          <pc:sldMk cId="3421291493" sldId="267"/>
        </pc:sldMkLst>
        <pc:spChg chg="mod">
          <ac:chgData name="김정호" userId="a115ac67-88fc-423e-bd34-78ee0fe0a2b7" providerId="ADAL" clId="{4AA8FFAF-FBDD-4338-9AA2-8D3AF67B4D33}" dt="2021-06-24T13:50:43.750" v="150" actId="20577"/>
          <ac:spMkLst>
            <pc:docMk/>
            <pc:sldMk cId="3421291493" sldId="267"/>
            <ac:spMk id="9" creationId="{35A597BA-5A42-47FC-8C67-C7A9F8B7045F}"/>
          </ac:spMkLst>
        </pc:spChg>
      </pc:sldChg>
      <pc:sldChg chg="modSp mod">
        <pc:chgData name="김정호" userId="a115ac67-88fc-423e-bd34-78ee0fe0a2b7" providerId="ADAL" clId="{4AA8FFAF-FBDD-4338-9AA2-8D3AF67B4D33}" dt="2021-06-24T13:50:49.958" v="154" actId="20577"/>
        <pc:sldMkLst>
          <pc:docMk/>
          <pc:sldMk cId="248195568" sldId="268"/>
        </pc:sldMkLst>
        <pc:spChg chg="mod">
          <ac:chgData name="김정호" userId="a115ac67-88fc-423e-bd34-78ee0fe0a2b7" providerId="ADAL" clId="{4AA8FFAF-FBDD-4338-9AA2-8D3AF67B4D33}" dt="2021-06-24T13:50:49.958" v="154" actId="20577"/>
          <ac:spMkLst>
            <pc:docMk/>
            <pc:sldMk cId="248195568" sldId="268"/>
            <ac:spMk id="9" creationId="{35A597BA-5A42-47FC-8C67-C7A9F8B7045F}"/>
          </ac:spMkLst>
        </pc:spChg>
      </pc:sldChg>
      <pc:sldChg chg="modSp mod">
        <pc:chgData name="김정호" userId="a115ac67-88fc-423e-bd34-78ee0fe0a2b7" providerId="ADAL" clId="{4AA8FFAF-FBDD-4338-9AA2-8D3AF67B4D33}" dt="2021-06-24T13:50:47.849" v="152" actId="20577"/>
        <pc:sldMkLst>
          <pc:docMk/>
          <pc:sldMk cId="3802387367" sldId="269"/>
        </pc:sldMkLst>
        <pc:spChg chg="mod">
          <ac:chgData name="김정호" userId="a115ac67-88fc-423e-bd34-78ee0fe0a2b7" providerId="ADAL" clId="{4AA8FFAF-FBDD-4338-9AA2-8D3AF67B4D33}" dt="2021-06-24T13:50:47.849" v="152" actId="20577"/>
          <ac:spMkLst>
            <pc:docMk/>
            <pc:sldMk cId="3802387367" sldId="269"/>
            <ac:spMk id="9" creationId="{35A597BA-5A42-47FC-8C67-C7A9F8B7045F}"/>
          </ac:spMkLst>
        </pc:spChg>
      </pc:sldChg>
      <pc:sldChg chg="modSp mod">
        <pc:chgData name="김정호" userId="a115ac67-88fc-423e-bd34-78ee0fe0a2b7" providerId="ADAL" clId="{4AA8FFAF-FBDD-4338-9AA2-8D3AF67B4D33}" dt="2021-06-29T03:39:47.937" v="166" actId="1036"/>
        <pc:sldMkLst>
          <pc:docMk/>
          <pc:sldMk cId="3253722260" sldId="270"/>
        </pc:sldMkLst>
        <pc:spChg chg="mod">
          <ac:chgData name="김정호" userId="a115ac67-88fc-423e-bd34-78ee0fe0a2b7" providerId="ADAL" clId="{4AA8FFAF-FBDD-4338-9AA2-8D3AF67B4D33}" dt="2021-06-24T13:50:52.502" v="156" actId="20577"/>
          <ac:spMkLst>
            <pc:docMk/>
            <pc:sldMk cId="3253722260" sldId="270"/>
            <ac:spMk id="9" creationId="{35A597BA-5A42-47FC-8C67-C7A9F8B7045F}"/>
          </ac:spMkLst>
        </pc:spChg>
        <pc:spChg chg="mod">
          <ac:chgData name="김정호" userId="a115ac67-88fc-423e-bd34-78ee0fe0a2b7" providerId="ADAL" clId="{4AA8FFAF-FBDD-4338-9AA2-8D3AF67B4D33}" dt="2021-06-29T03:39:47.937" v="166" actId="1036"/>
          <ac:spMkLst>
            <pc:docMk/>
            <pc:sldMk cId="3253722260" sldId="270"/>
            <ac:spMk id="21" creationId="{8113EFF0-C2CC-4643-AE93-1BC701FAA589}"/>
          </ac:spMkLst>
        </pc:spChg>
      </pc:sldChg>
      <pc:sldChg chg="modSp mod">
        <pc:chgData name="김정호" userId="a115ac67-88fc-423e-bd34-78ee0fe0a2b7" providerId="ADAL" clId="{4AA8FFAF-FBDD-4338-9AA2-8D3AF67B4D33}" dt="2021-06-24T13:50:54.911" v="158" actId="20577"/>
        <pc:sldMkLst>
          <pc:docMk/>
          <pc:sldMk cId="624751599" sldId="272"/>
        </pc:sldMkLst>
        <pc:spChg chg="mod">
          <ac:chgData name="김정호" userId="a115ac67-88fc-423e-bd34-78ee0fe0a2b7" providerId="ADAL" clId="{4AA8FFAF-FBDD-4338-9AA2-8D3AF67B4D33}" dt="2021-06-24T13:50:54.911" v="158" actId="20577"/>
          <ac:spMkLst>
            <pc:docMk/>
            <pc:sldMk cId="624751599" sldId="272"/>
            <ac:spMk id="9" creationId="{35A597BA-5A42-47FC-8C67-C7A9F8B7045F}"/>
          </ac:spMkLst>
        </pc:spChg>
      </pc:sldChg>
      <pc:sldChg chg="modSp mod">
        <pc:chgData name="김정호" userId="a115ac67-88fc-423e-bd34-78ee0fe0a2b7" providerId="ADAL" clId="{4AA8FFAF-FBDD-4338-9AA2-8D3AF67B4D33}" dt="2021-06-29T03:41:25.267" v="389" actId="20577"/>
        <pc:sldMkLst>
          <pc:docMk/>
          <pc:sldMk cId="3354675266" sldId="273"/>
        </pc:sldMkLst>
        <pc:spChg chg="mod">
          <ac:chgData name="김정호" userId="a115ac67-88fc-423e-bd34-78ee0fe0a2b7" providerId="ADAL" clId="{4AA8FFAF-FBDD-4338-9AA2-8D3AF67B4D33}" dt="2021-06-24T13:50:57.207" v="160" actId="20577"/>
          <ac:spMkLst>
            <pc:docMk/>
            <pc:sldMk cId="3354675266" sldId="273"/>
            <ac:spMk id="9" creationId="{35A597BA-5A42-47FC-8C67-C7A9F8B7045F}"/>
          </ac:spMkLst>
        </pc:spChg>
        <pc:spChg chg="mod">
          <ac:chgData name="김정호" userId="a115ac67-88fc-423e-bd34-78ee0fe0a2b7" providerId="ADAL" clId="{4AA8FFAF-FBDD-4338-9AA2-8D3AF67B4D33}" dt="2021-06-29T03:41:25.267" v="389" actId="20577"/>
          <ac:spMkLst>
            <pc:docMk/>
            <pc:sldMk cId="3354675266" sldId="273"/>
            <ac:spMk id="18" creationId="{22F05C82-6D3B-459F-80B5-20B9C41F6C46}"/>
          </ac:spMkLst>
        </pc:spChg>
      </pc:sldChg>
      <pc:sldChg chg="modSp mod">
        <pc:chgData name="김정호" userId="a115ac67-88fc-423e-bd34-78ee0fe0a2b7" providerId="ADAL" clId="{4AA8FFAF-FBDD-4338-9AA2-8D3AF67B4D33}" dt="2021-07-01T04:49:59.547" v="408" actId="20577"/>
        <pc:sldMkLst>
          <pc:docMk/>
          <pc:sldMk cId="2200659396" sldId="274"/>
        </pc:sldMkLst>
        <pc:spChg chg="mod">
          <ac:chgData name="김정호" userId="a115ac67-88fc-423e-bd34-78ee0fe0a2b7" providerId="ADAL" clId="{4AA8FFAF-FBDD-4338-9AA2-8D3AF67B4D33}" dt="2021-07-01T04:49:58.756" v="407" actId="20577"/>
          <ac:spMkLst>
            <pc:docMk/>
            <pc:sldMk cId="2200659396" sldId="274"/>
            <ac:spMk id="9" creationId="{622FB0FF-CF12-4876-BD4F-4FF0D273979C}"/>
          </ac:spMkLst>
        </pc:spChg>
        <pc:spChg chg="mod">
          <ac:chgData name="김정호" userId="a115ac67-88fc-423e-bd34-78ee0fe0a2b7" providerId="ADAL" clId="{4AA8FFAF-FBDD-4338-9AA2-8D3AF67B4D33}" dt="2021-07-01T04:49:59.547" v="408" actId="20577"/>
          <ac:spMkLst>
            <pc:docMk/>
            <pc:sldMk cId="2200659396" sldId="274"/>
            <ac:spMk id="11" creationId="{99C954D4-4DEB-43DA-BD40-C62F4BF1006B}"/>
          </ac:spMkLst>
        </pc:spChg>
      </pc:sldChg>
      <pc:sldChg chg="addSp modSp">
        <pc:chgData name="김정호" userId="a115ac67-88fc-423e-bd34-78ee0fe0a2b7" providerId="ADAL" clId="{4AA8FFAF-FBDD-4338-9AA2-8D3AF67B4D33}" dt="2021-07-01T04:49:50.934" v="406"/>
        <pc:sldMkLst>
          <pc:docMk/>
          <pc:sldMk cId="2893338430" sldId="276"/>
        </pc:sldMkLst>
        <pc:picChg chg="add mod">
          <ac:chgData name="김정호" userId="a115ac67-88fc-423e-bd34-78ee0fe0a2b7" providerId="ADAL" clId="{4AA8FFAF-FBDD-4338-9AA2-8D3AF67B4D33}" dt="2021-07-01T04:49:50.934" v="406"/>
          <ac:picMkLst>
            <pc:docMk/>
            <pc:sldMk cId="2893338430" sldId="276"/>
            <ac:picMk id="12" creationId="{9966CE8F-FAF4-4439-91C5-4831026CD675}"/>
          </ac:picMkLst>
        </pc:picChg>
      </pc:sldChg>
    </pc:docChg>
  </pc:docChgLst>
  <pc:docChgLst>
    <pc:chgData name="김정호" userId="a115ac67-88fc-423e-bd34-78ee0fe0a2b7" providerId="ADAL" clId="{1788FF4D-1D6C-4E3D-BF0D-3592362DD121}"/>
    <pc:docChg chg="custSel delSld modSld">
      <pc:chgData name="김정호" userId="a115ac67-88fc-423e-bd34-78ee0fe0a2b7" providerId="ADAL" clId="{1788FF4D-1D6C-4E3D-BF0D-3592362DD121}" dt="2021-07-20T13:40:14.223" v="12" actId="47"/>
      <pc:docMkLst>
        <pc:docMk/>
      </pc:docMkLst>
      <pc:sldChg chg="del">
        <pc:chgData name="김정호" userId="a115ac67-88fc-423e-bd34-78ee0fe0a2b7" providerId="ADAL" clId="{1788FF4D-1D6C-4E3D-BF0D-3592362DD121}" dt="2021-07-20T13:40:08.409" v="11" actId="47"/>
        <pc:sldMkLst>
          <pc:docMk/>
          <pc:sldMk cId="2026012488" sldId="257"/>
        </pc:sldMkLst>
      </pc:sldChg>
      <pc:sldChg chg="del">
        <pc:chgData name="김정호" userId="a115ac67-88fc-423e-bd34-78ee0fe0a2b7" providerId="ADAL" clId="{1788FF4D-1D6C-4E3D-BF0D-3592362DD121}" dt="2021-07-20T13:39:34.575" v="10" actId="47"/>
        <pc:sldMkLst>
          <pc:docMk/>
          <pc:sldMk cId="1931034498" sldId="260"/>
        </pc:sldMkLst>
      </pc:sldChg>
      <pc:sldChg chg="modSp mod">
        <pc:chgData name="김정호" userId="a115ac67-88fc-423e-bd34-78ee0fe0a2b7" providerId="ADAL" clId="{1788FF4D-1D6C-4E3D-BF0D-3592362DD121}" dt="2021-07-20T13:37:43.813" v="2" actId="20577"/>
        <pc:sldMkLst>
          <pc:docMk/>
          <pc:sldMk cId="2200659396" sldId="274"/>
        </pc:sldMkLst>
        <pc:spChg chg="mod">
          <ac:chgData name="김정호" userId="a115ac67-88fc-423e-bd34-78ee0fe0a2b7" providerId="ADAL" clId="{1788FF4D-1D6C-4E3D-BF0D-3592362DD121}" dt="2021-07-20T13:37:43.813" v="2" actId="20577"/>
          <ac:spMkLst>
            <pc:docMk/>
            <pc:sldMk cId="2200659396" sldId="274"/>
            <ac:spMk id="18" creationId="{C831C924-9F59-4EF9-AC3E-A71D998008C8}"/>
          </ac:spMkLst>
        </pc:spChg>
      </pc:sldChg>
      <pc:sldChg chg="del">
        <pc:chgData name="김정호" userId="a115ac67-88fc-423e-bd34-78ee0fe0a2b7" providerId="ADAL" clId="{1788FF4D-1D6C-4E3D-BF0D-3592362DD121}" dt="2021-07-20T13:40:14.223" v="12" actId="47"/>
        <pc:sldMkLst>
          <pc:docMk/>
          <pc:sldMk cId="2893338430" sldId="276"/>
        </pc:sldMkLst>
      </pc:sldChg>
      <pc:sldChg chg="del">
        <pc:chgData name="김정호" userId="a115ac67-88fc-423e-bd34-78ee0fe0a2b7" providerId="ADAL" clId="{1788FF4D-1D6C-4E3D-BF0D-3592362DD121}" dt="2021-07-20T13:39:29.270" v="9" actId="47"/>
        <pc:sldMkLst>
          <pc:docMk/>
          <pc:sldMk cId="2297774391" sldId="281"/>
        </pc:sldMkLst>
      </pc:sldChg>
      <pc:sldChg chg="delSp modSp del mod">
        <pc:chgData name="김정호" userId="a115ac67-88fc-423e-bd34-78ee0fe0a2b7" providerId="ADAL" clId="{1788FF4D-1D6C-4E3D-BF0D-3592362DD121}" dt="2021-07-20T13:39:10.442" v="8" actId="47"/>
        <pc:sldMkLst>
          <pc:docMk/>
          <pc:sldMk cId="3145605889" sldId="282"/>
        </pc:sldMkLst>
        <pc:spChg chg="del mod">
          <ac:chgData name="김정호" userId="a115ac67-88fc-423e-bd34-78ee0fe0a2b7" providerId="ADAL" clId="{1788FF4D-1D6C-4E3D-BF0D-3592362DD121}" dt="2021-07-20T13:39:06.549" v="7" actId="478"/>
          <ac:spMkLst>
            <pc:docMk/>
            <pc:sldMk cId="3145605889" sldId="282"/>
            <ac:spMk id="8" creationId="{B2E7FEF6-551F-4409-820B-FD6FBA4B35D4}"/>
          </ac:spMkLst>
        </pc:spChg>
        <pc:spChg chg="del">
          <ac:chgData name="김정호" userId="a115ac67-88fc-423e-bd34-78ee0fe0a2b7" providerId="ADAL" clId="{1788FF4D-1D6C-4E3D-BF0D-3592362DD121}" dt="2021-07-20T13:39:05.365" v="5" actId="478"/>
          <ac:spMkLst>
            <pc:docMk/>
            <pc:sldMk cId="3145605889" sldId="282"/>
            <ac:spMk id="9" creationId="{B99FC19E-55EB-461F-A026-A0786651A71E}"/>
          </ac:spMkLst>
        </pc:spChg>
        <pc:spChg chg="del">
          <ac:chgData name="김정호" userId="a115ac67-88fc-423e-bd34-78ee0fe0a2b7" providerId="ADAL" clId="{1788FF4D-1D6C-4E3D-BF0D-3592362DD121}" dt="2021-07-20T13:39:04.694" v="4" actId="478"/>
          <ac:spMkLst>
            <pc:docMk/>
            <pc:sldMk cId="3145605889" sldId="282"/>
            <ac:spMk id="10" creationId="{28ECC0F1-AF2A-47E0-83F2-E68664487071}"/>
          </ac:spMkLst>
        </pc:spChg>
        <pc:spChg chg="del">
          <ac:chgData name="김정호" userId="a115ac67-88fc-423e-bd34-78ee0fe0a2b7" providerId="ADAL" clId="{1788FF4D-1D6C-4E3D-BF0D-3592362DD121}" dt="2021-07-20T13:39:03.309" v="3" actId="478"/>
          <ac:spMkLst>
            <pc:docMk/>
            <pc:sldMk cId="3145605889" sldId="282"/>
            <ac:spMk id="11" creationId="{42D753A2-4B94-4DA7-834B-C6594DAA53B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AA4E12-91D1-4D94-8D78-684A1C7D2E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B954C0-807A-43CA-BB3D-A1A21F0C01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2D150F-5EB5-4EFC-B308-DB8D783E9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658BF-E47E-4ECA-A246-FF4B464703B6}" type="datetimeFigureOut">
              <a:rPr lang="ko-KR" altLang="en-US" smtClean="0"/>
              <a:t>2021-07-21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2E346C-4EDE-45F2-A027-9B2FA738A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265031-93B1-483C-A6DC-8D96EE414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20741-C895-48C5-95B2-8DA8D8C905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3439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6DCC52-F8DB-45CE-9533-8DF56C5AB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AF3B78-E8FE-4B7F-BB98-46851D4923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68C1E5-490D-461D-A1AE-CCEF04FBA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658BF-E47E-4ECA-A246-FF4B464703B6}" type="datetimeFigureOut">
              <a:rPr lang="ko-KR" altLang="en-US" smtClean="0"/>
              <a:t>2021-07-21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93BFF0-EE4C-4932-9920-F0F187995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951DD5-1471-4B8C-B458-F78C5D5EB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20741-C895-48C5-95B2-8DA8D8C905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7809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DE5BC7-FC16-409A-AB00-024CA8FFA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B688CE-4136-48F2-9085-76D98E24D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30B73B-189D-4AD3-B605-F2D8F5DA9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658BF-E47E-4ECA-A246-FF4B464703B6}" type="datetimeFigureOut">
              <a:rPr lang="ko-KR" altLang="en-US" smtClean="0"/>
              <a:t>2021-07-21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77836D-304B-4AC8-9C22-68CF8D9D5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D46887-2909-4174-AE4B-405103ACE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20741-C895-48C5-95B2-8DA8D8C905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120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2FB994-D1EC-4130-B9CF-5CE30B369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6AB86A-315B-4A67-833A-2DBDEB3301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3CD7309-0CD5-413E-913F-D7EC94D7CB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5C058A3-650C-40E2-B867-A3953760B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658BF-E47E-4ECA-A246-FF4B464703B6}" type="datetimeFigureOut">
              <a:rPr lang="ko-KR" altLang="en-US" smtClean="0"/>
              <a:t>2021-07-21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271820D-88F3-4F82-9E0B-DD05CB730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23087F6-E99C-40EF-A91C-444CC6A77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20741-C895-48C5-95B2-8DA8D8C905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1112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136A17-E5B3-4AEF-B0CA-4C1E11D6A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BBBEA2-4176-4398-A7E3-968471B40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1CD98D5-A913-4E5E-8D23-A1D0FEDE16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50D29EA-E556-49BE-8EF8-65F9E8BC43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A25475B-3A43-475D-AA96-C776AABF0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CB6D0CC-F688-423C-B096-D260323EF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658BF-E47E-4ECA-A246-FF4B464703B6}" type="datetimeFigureOut">
              <a:rPr lang="ko-KR" altLang="en-US" smtClean="0"/>
              <a:t>2021-07-21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0FBB185-D516-46F7-B799-677925A40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56A67F6-B687-4830-9659-DD7F5309E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20741-C895-48C5-95B2-8DA8D8C905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1656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14D1DC-09FE-4844-9B63-FFF441956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4F14132-229E-4939-83BB-341AD574C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658BF-E47E-4ECA-A246-FF4B464703B6}" type="datetimeFigureOut">
              <a:rPr lang="ko-KR" altLang="en-US" smtClean="0"/>
              <a:t>2021-07-21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D5D6DF6-D46E-43D1-8D5D-4D4D8783F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48B9BD-65A5-4108-B38D-DB2EBC43C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20741-C895-48C5-95B2-8DA8D8C905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579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9EC94F8-80BB-45ED-B95A-D915F96DF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658BF-E47E-4ECA-A246-FF4B464703B6}" type="datetimeFigureOut">
              <a:rPr lang="ko-KR" altLang="en-US" smtClean="0"/>
              <a:t>2021-07-21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0D5B5A8-FEC6-4DD2-A326-E7A141422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C2C747-61C2-47F7-93CC-927105F15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20741-C895-48C5-95B2-8DA8D8C905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338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99B435-0997-40F9-9CF1-AE0F649E8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3348D-595F-4E70-834C-CC26D4808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AFCC0E2-72BF-455D-BCBE-EA2BC5E8F3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03B532-FC39-44AE-85CA-BBABA65E5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658BF-E47E-4ECA-A246-FF4B464703B6}" type="datetimeFigureOut">
              <a:rPr lang="ko-KR" altLang="en-US" smtClean="0"/>
              <a:t>2021-07-21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5F7299-8C9C-4494-BE32-E87FC40B0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0F0E303-39E9-4251-82BC-C2A5583C1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20741-C895-48C5-95B2-8DA8D8C905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5797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A1C9-BD99-4560-98A2-FA848F6C0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714D89D-214B-490C-8127-E8C1B3DE4D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59CD36A-B1A3-40CE-8803-DA5E751351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CD1569-23A8-4F2B-9588-EC302F20B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658BF-E47E-4ECA-A246-FF4B464703B6}" type="datetimeFigureOut">
              <a:rPr lang="ko-KR" altLang="en-US" smtClean="0"/>
              <a:t>2021-07-21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6EDBEC-E8DF-44D4-8982-C286DFF79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A7D2DD-E7D7-4938-9194-B29B5574E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20741-C895-48C5-95B2-8DA8D8C905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134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CD4B77-DD02-439A-8B58-8865CCE07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DD6BC09-8418-4E79-8D67-CCC9A359E1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FED18E-6703-472A-878C-BC0A6543E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658BF-E47E-4ECA-A246-FF4B464703B6}" type="datetimeFigureOut">
              <a:rPr lang="ko-KR" altLang="en-US" smtClean="0"/>
              <a:t>2021-07-21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9A115E-D8B4-4A36-B52C-1F8ECCEBD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D3252A-F11E-46C5-B920-4CA548EB2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20741-C895-48C5-95B2-8DA8D8C905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3453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8001FED-F1E9-4C4D-9308-9101C05A07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D9ABE8C-CA34-43E7-A0F7-0C486FC6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06FB73-B1F4-4788-98B3-EE46B2A7B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658BF-E47E-4ECA-A246-FF4B464703B6}" type="datetimeFigureOut">
              <a:rPr lang="ko-KR" altLang="en-US" smtClean="0"/>
              <a:t>2021-07-21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333E2D-FAA3-4D18-8090-FC72881B7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79AAA4-7D94-4F98-AD06-039B1A3A2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20741-C895-48C5-95B2-8DA8D8C905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1793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6449F49-A91C-4EFF-8E0F-BDB2D3C3F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DA5B4C-6B60-46FE-8EAB-CFD83F5AE5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DF9ED5-D0F8-42C9-A32C-0FA9387A7F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658BF-E47E-4ECA-A246-FF4B464703B6}" type="datetimeFigureOut">
              <a:rPr lang="ko-KR" altLang="en-US" smtClean="0"/>
              <a:t>2021-07-21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6D1091-FA55-450F-8D85-ACBE54D9BE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950777-1D64-4CCA-B6CE-CBF20F83A2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20741-C895-48C5-95B2-8DA8D8C905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0345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79AB62-0012-4464-B89D-20E798B356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74493" y="1088161"/>
            <a:ext cx="4005407" cy="2387600"/>
          </a:xfrm>
        </p:spPr>
        <p:txBody>
          <a:bodyPr/>
          <a:lstStyle/>
          <a:p>
            <a:r>
              <a:rPr lang="en-US" altLang="ko-KR" dirty="0">
                <a:ea typeface="나눔스퀘어 ExtraBold" panose="020B0600000101010101"/>
              </a:rPr>
              <a:t>I-GPS</a:t>
            </a:r>
            <a:endParaRPr lang="ko-KR" altLang="en-US" dirty="0">
              <a:ea typeface="나눔스퀘어 ExtraBold" panose="020B0600000101010101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EC9DA8A-5AEE-48B6-B7D7-D6D2E46B3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5332" y="3475761"/>
            <a:ext cx="4697506" cy="1655762"/>
          </a:xfrm>
        </p:spPr>
        <p:txBody>
          <a:bodyPr/>
          <a:lstStyle/>
          <a:p>
            <a:r>
              <a:rPr lang="en-US" altLang="ko-KR" b="1" dirty="0">
                <a:solidFill>
                  <a:srgbClr val="24292E"/>
                </a:solidFill>
                <a:latin typeface="-apple-system"/>
                <a:ea typeface="나눔스퀘어 ExtraBold" panose="020B0600000101010101"/>
              </a:rPr>
              <a:t>I-Cinema TEAM</a:t>
            </a:r>
            <a:endParaRPr lang="en-US" altLang="ko-KR" b="1" dirty="0">
              <a:ea typeface="나눔스퀘어 ExtraBold" panose="020B0600000101010101"/>
            </a:endParaRPr>
          </a:p>
        </p:txBody>
      </p:sp>
      <p:pic>
        <p:nvPicPr>
          <p:cNvPr id="4" name="Picture 0">
            <a:extLst>
              <a:ext uri="{FF2B5EF4-FFF2-40B4-BE49-F238E27FC236}">
                <a16:creationId xmlns:a16="http://schemas.microsoft.com/office/drawing/2014/main" id="{B44689D6-121B-4779-B88A-0484CB572F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4A18879-AD94-4940-8C61-E908E378D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102619DF-86EC-4C9D-BA0E-763A46FDB087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49F60EE4-7FB8-45A8-A934-1102E28D546C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Graphic 6">
            <a:extLst>
              <a:ext uri="{FF2B5EF4-FFF2-40B4-BE49-F238E27FC236}">
                <a16:creationId xmlns:a16="http://schemas.microsoft.com/office/drawing/2014/main" id="{08DC0DEF-247A-476C-BBC9-F083ABD38F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2115" y="843354"/>
            <a:ext cx="5077769" cy="5077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299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D4BD122-7379-4404-8C55-12760045D6A6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0">
            <a:extLst>
              <a:ext uri="{FF2B5EF4-FFF2-40B4-BE49-F238E27FC236}">
                <a16:creationId xmlns:a16="http://schemas.microsoft.com/office/drawing/2014/main" id="{9AA612A1-88B6-4F2A-A45B-9917EE827D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E8E8CF4-9CE6-4125-BE09-A0A32B78C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BBBA303-B92D-4417-97C2-40728699D007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22FB0FF-CF12-4876-BD4F-4FF0D273979C}"/>
              </a:ext>
            </a:extLst>
          </p:cNvPr>
          <p:cNvSpPr txBox="1"/>
          <p:nvPr/>
        </p:nvSpPr>
        <p:spPr>
          <a:xfrm>
            <a:off x="129033" y="1432937"/>
            <a:ext cx="1193393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ko-KR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숫자형 데이터</a:t>
            </a:r>
            <a:endParaRPr lang="en-US" altLang="ko-K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b="0" i="0" dirty="0" err="1">
                <a:solidFill>
                  <a:srgbClr val="333333"/>
                </a:solidFill>
                <a:effectLst/>
                <a:latin typeface="Helvetica Neue"/>
              </a:rPr>
              <a:t>Mean_Length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Helvetica Neue"/>
              </a:rPr>
              <a:t> :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Helvetica Neue"/>
              </a:rPr>
              <a:t>전체 에피소드 러닝타임의 최대값과 최소값의 평균을 </a:t>
            </a:r>
            <a:r>
              <a:rPr lang="ko-KR" altLang="en-US" dirty="0">
                <a:solidFill>
                  <a:srgbClr val="333333"/>
                </a:solidFill>
                <a:latin typeface="Helvetica Neue"/>
              </a:rPr>
              <a:t>분단위로 표현</a:t>
            </a:r>
            <a:r>
              <a:rPr lang="en-US" altLang="ko-KR" dirty="0">
                <a:solidFill>
                  <a:srgbClr val="333333"/>
                </a:solidFill>
                <a:latin typeface="Helvetica Neue"/>
              </a:rPr>
              <a:t>. (</a:t>
            </a:r>
            <a:r>
              <a:rPr lang="ko-KR" altLang="en-US" dirty="0">
                <a:solidFill>
                  <a:srgbClr val="333333"/>
                </a:solidFill>
                <a:latin typeface="Helvetica Neue"/>
              </a:rPr>
              <a:t>영화의 경우 러닝타임과 동일</a:t>
            </a:r>
            <a:r>
              <a:rPr lang="en-US" altLang="ko-KR" dirty="0">
                <a:solidFill>
                  <a:srgbClr val="333333"/>
                </a:solidFill>
                <a:latin typeface="Helvetica Neue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  <a:r>
              <a:rPr lang="en-US" altLang="ko-KR" b="0" i="0" dirty="0" err="1">
                <a:solidFill>
                  <a:srgbClr val="333333"/>
                </a:solidFill>
                <a:effectLst/>
                <a:latin typeface="Helvetica Neue"/>
              </a:rPr>
              <a:t>Director_max_award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Helvetica Neue"/>
              </a:rPr>
              <a:t> :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Helvetica Neue"/>
              </a:rPr>
              <a:t>감독의 수상개수 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Helvetica Neue"/>
              </a:rPr>
              <a:t>(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Helvetica Neue"/>
              </a:rPr>
              <a:t>공동 감독의 경우 가장 수상개수가 많은 감독의 수상개수를 적용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Helvetica Neue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+mj-lt"/>
              </a:rPr>
              <a:t> </a:t>
            </a:r>
            <a:r>
              <a:rPr lang="en-US" altLang="ko-KR" sz="1800" dirty="0" err="1">
                <a:latin typeface="+mj-lt"/>
              </a:rPr>
              <a:t>All_rating</a:t>
            </a:r>
            <a:r>
              <a:rPr lang="en-US" altLang="ko-KR" sz="1800" dirty="0">
                <a:latin typeface="+mj-lt"/>
              </a:rPr>
              <a:t> : IMDB</a:t>
            </a:r>
            <a:r>
              <a:rPr lang="ko-KR" altLang="en-US" sz="1800" dirty="0">
                <a:latin typeface="+mj-lt"/>
              </a:rPr>
              <a:t>의 전체 평점 </a:t>
            </a:r>
            <a:r>
              <a:rPr lang="en-US" altLang="ko-KR" sz="1800" dirty="0">
                <a:latin typeface="+mj-lt"/>
              </a:rPr>
              <a:t>(</a:t>
            </a:r>
            <a:r>
              <a:rPr lang="ko-KR" altLang="en-US" sz="1800" dirty="0">
                <a:latin typeface="+mj-lt"/>
              </a:rPr>
              <a:t>성별</a:t>
            </a:r>
            <a:r>
              <a:rPr lang="en-US" altLang="ko-KR" sz="1800" dirty="0">
                <a:latin typeface="+mj-lt"/>
              </a:rPr>
              <a:t>, </a:t>
            </a:r>
            <a:r>
              <a:rPr lang="ko-KR" altLang="en-US" sz="1800" dirty="0">
                <a:latin typeface="+mj-lt"/>
              </a:rPr>
              <a:t>나이 무관</a:t>
            </a:r>
            <a:r>
              <a:rPr lang="en-US" altLang="ko-KR" sz="1800" dirty="0">
                <a:latin typeface="+mj-lt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C954D4-4DEB-43DA-BD40-C62F4BF1006B}"/>
              </a:ext>
            </a:extLst>
          </p:cNvPr>
          <p:cNvSpPr txBox="1"/>
          <p:nvPr/>
        </p:nvSpPr>
        <p:spPr>
          <a:xfrm>
            <a:off x="129033" y="3089238"/>
            <a:ext cx="1064782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b="1" i="0" dirty="0">
                <a:solidFill>
                  <a:srgbClr val="333333"/>
                </a:solidFill>
                <a:effectLst/>
                <a:latin typeface="Helvetica Neue"/>
              </a:rPr>
              <a:t>- Factor</a:t>
            </a:r>
            <a:r>
              <a:rPr lang="ko-KR" altLang="en-US" b="1" i="0" dirty="0">
                <a:solidFill>
                  <a:srgbClr val="333333"/>
                </a:solidFill>
                <a:effectLst/>
                <a:latin typeface="Helvetica Neue"/>
              </a:rPr>
              <a:t>형 데이터</a:t>
            </a:r>
            <a:endParaRPr lang="en-US" altLang="ko-KR" b="1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en-US" altLang="ko-KR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333333"/>
                </a:solidFill>
                <a:effectLst/>
                <a:latin typeface="Helvetica Neue"/>
              </a:rPr>
              <a:t> Age :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Helvetica Neue"/>
              </a:rPr>
              <a:t>관람등급을 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Helvetica Neue"/>
              </a:rPr>
              <a:t>(</a:t>
            </a:r>
            <a:r>
              <a:rPr lang="ko-KR" altLang="en-US" dirty="0">
                <a:solidFill>
                  <a:srgbClr val="333333"/>
                </a:solidFill>
                <a:latin typeface="Helvetica Neue"/>
              </a:rPr>
              <a:t>청소년관람불가</a:t>
            </a:r>
            <a:r>
              <a:rPr lang="en-US" altLang="ko-KR" dirty="0">
                <a:solidFill>
                  <a:srgbClr val="333333"/>
                </a:solidFill>
                <a:latin typeface="Helvetica Neue"/>
              </a:rPr>
              <a:t>, 12</a:t>
            </a:r>
            <a:r>
              <a:rPr lang="ko-KR" altLang="en-US" dirty="0" err="1">
                <a:solidFill>
                  <a:srgbClr val="333333"/>
                </a:solidFill>
                <a:latin typeface="Helvetica Neue"/>
              </a:rPr>
              <a:t>세이상관람가</a:t>
            </a:r>
            <a:r>
              <a:rPr lang="en-US" altLang="ko-KR" dirty="0">
                <a:solidFill>
                  <a:srgbClr val="333333"/>
                </a:solidFill>
                <a:latin typeface="Helvetica Neue"/>
              </a:rPr>
              <a:t>, 15</a:t>
            </a:r>
            <a:r>
              <a:rPr lang="ko-KR" altLang="en-US" dirty="0" err="1">
                <a:solidFill>
                  <a:srgbClr val="333333"/>
                </a:solidFill>
                <a:latin typeface="Helvetica Neue"/>
              </a:rPr>
              <a:t>세이상관람가</a:t>
            </a:r>
            <a:r>
              <a:rPr lang="en-US" altLang="ko-KR" dirty="0">
                <a:solidFill>
                  <a:srgbClr val="333333"/>
                </a:solidFill>
                <a:latin typeface="Helvetica Neue"/>
              </a:rPr>
              <a:t>, </a:t>
            </a:r>
            <a:r>
              <a:rPr lang="ko-KR" altLang="en-US" dirty="0" err="1">
                <a:solidFill>
                  <a:srgbClr val="333333"/>
                </a:solidFill>
                <a:latin typeface="Helvetica Neue"/>
              </a:rPr>
              <a:t>전체관람가</a:t>
            </a:r>
            <a:r>
              <a:rPr lang="en-US" altLang="ko-KR" dirty="0">
                <a:solidFill>
                  <a:srgbClr val="333333"/>
                </a:solidFill>
                <a:latin typeface="Helvetica Neue"/>
              </a:rPr>
              <a:t>) </a:t>
            </a:r>
            <a:r>
              <a:rPr lang="ko-KR" altLang="en-US" dirty="0">
                <a:solidFill>
                  <a:srgbClr val="333333"/>
                </a:solidFill>
                <a:latin typeface="Helvetica Neue"/>
              </a:rPr>
              <a:t>로 표현</a:t>
            </a:r>
            <a:endParaRPr lang="en-US" altLang="ko-KR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333333"/>
                </a:solidFill>
                <a:effectLst/>
                <a:latin typeface="Helvetica Neue"/>
              </a:rPr>
              <a:t> Year :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latin typeface="Helvetica Neue"/>
              </a:rPr>
              <a:t>제작년도를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Helvetica Neue"/>
              </a:rPr>
              <a:t>2013~2020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Helvetica Neue"/>
              </a:rPr>
              <a:t>년으로 표현</a:t>
            </a:r>
            <a:endParaRPr lang="en-US" altLang="ko-KR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 </a:t>
            </a:r>
            <a:r>
              <a:rPr lang="en-US" altLang="ko-KR" sz="1800" strike="noStrike" dirty="0" err="1">
                <a:effectLst/>
                <a:latin typeface="+mj-lt"/>
                <a:ea typeface="맑은 고딕" panose="020B0503020000020004" pitchFamily="50" charset="-127"/>
              </a:rPr>
              <a:t>Harmful_themes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 :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유해한 주제를 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(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없음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높음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 err="1">
                <a:effectLst/>
                <a:latin typeface="+mj-lt"/>
                <a:ea typeface="맑은 고딕" panose="020B0503020000020004" pitchFamily="50" charset="-127"/>
              </a:rPr>
              <a:t>다소높음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보통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)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로 표현</a:t>
            </a:r>
            <a:endParaRPr lang="en-US" altLang="ko-KR" sz="1800" strike="noStrike" dirty="0">
              <a:effectLst/>
              <a:latin typeface="+mj-lt"/>
              <a:ea typeface="맑은 고딕" panose="020B0503020000020004" pitchFamily="50" charset="-127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333333"/>
                </a:solidFill>
                <a:effectLst/>
                <a:latin typeface="Helvetica Neue"/>
              </a:rPr>
              <a:t> Lewdness :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Helvetica Neue"/>
              </a:rPr>
              <a:t>선정적인 정도를 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(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없음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높음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 err="1">
                <a:effectLst/>
                <a:latin typeface="+mj-lt"/>
                <a:ea typeface="맑은 고딕" panose="020B0503020000020004" pitchFamily="50" charset="-127"/>
              </a:rPr>
              <a:t>다소높음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보통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)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로 표현</a:t>
            </a:r>
            <a:endParaRPr lang="en-US" altLang="ko-KR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 Violence 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Helvetica Neue"/>
              </a:rPr>
              <a:t>: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Helvetica Neue"/>
              </a:rPr>
              <a:t>폭력성의 정도를 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(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없음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높음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 err="1">
                <a:effectLst/>
                <a:latin typeface="+mj-lt"/>
                <a:ea typeface="맑은 고딕" panose="020B0503020000020004" pitchFamily="50" charset="-127"/>
              </a:rPr>
              <a:t>다소높음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보통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)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로 표현</a:t>
            </a:r>
            <a:endParaRPr lang="en-US" altLang="ko-KR" sz="1800" strike="noStrike" dirty="0">
              <a:effectLst/>
              <a:latin typeface="+mj-lt"/>
              <a:ea typeface="맑은 고딕" panose="020B0503020000020004" pitchFamily="50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>
                <a:latin typeface="+mj-lt"/>
                <a:ea typeface="맑은 고딕" panose="020B0503020000020004" pitchFamily="50" charset="-127"/>
              </a:rPr>
              <a:t> 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Profanity 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Helvetica Neue"/>
              </a:rPr>
              <a:t>: </a:t>
            </a:r>
            <a:r>
              <a:rPr lang="ko-KR" altLang="en-US" dirty="0">
                <a:solidFill>
                  <a:srgbClr val="333333"/>
                </a:solidFill>
                <a:latin typeface="Helvetica Neue"/>
              </a:rPr>
              <a:t>욕설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Helvetica Neue"/>
              </a:rPr>
              <a:t>의 정도를 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(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없음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높음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 err="1">
                <a:effectLst/>
                <a:latin typeface="+mj-lt"/>
                <a:ea typeface="맑은 고딕" panose="020B0503020000020004" pitchFamily="50" charset="-127"/>
              </a:rPr>
              <a:t>다소높음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보통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)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로 표현</a:t>
            </a:r>
            <a:endParaRPr lang="en-US" altLang="ko-KR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333333"/>
                </a:solidFill>
                <a:effectLst/>
                <a:latin typeface="Helvetica Neue"/>
              </a:rPr>
              <a:t> Fear :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Helvetica Neue"/>
              </a:rPr>
              <a:t>공포의 정도를 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(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없음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높음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 err="1">
                <a:effectLst/>
                <a:latin typeface="+mj-lt"/>
                <a:ea typeface="맑은 고딕" panose="020B0503020000020004" pitchFamily="50" charset="-127"/>
              </a:rPr>
              <a:t>다소높음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보통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)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로 표현</a:t>
            </a:r>
            <a:endParaRPr lang="en-US" altLang="ko-KR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333333"/>
                </a:solidFill>
                <a:effectLst/>
                <a:latin typeface="Helvetica Neue"/>
              </a:rPr>
              <a:t> Drugs :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Helvetica Neue"/>
              </a:rPr>
              <a:t>마약의 비중을 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(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없음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높음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 err="1">
                <a:effectLst/>
                <a:latin typeface="+mj-lt"/>
                <a:ea typeface="맑은 고딕" panose="020B0503020000020004" pitchFamily="50" charset="-127"/>
              </a:rPr>
              <a:t>다소높음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보통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)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로 표현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 </a:t>
            </a:r>
            <a:r>
              <a:rPr lang="en-US" altLang="ko-KR" sz="1800" strike="noStrike" dirty="0" err="1">
                <a:effectLst/>
                <a:latin typeface="+mj-lt"/>
                <a:ea typeface="맑은 고딕" panose="020B0503020000020004" pitchFamily="50" charset="-127"/>
              </a:rPr>
              <a:t>Immatatable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 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Helvetica Neue"/>
              </a:rPr>
              <a:t>: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Helvetica Neue"/>
              </a:rPr>
              <a:t>모방위험을 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(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없음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높음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 err="1">
                <a:effectLst/>
                <a:latin typeface="+mj-lt"/>
                <a:ea typeface="맑은 고딕" panose="020B0503020000020004" pitchFamily="50" charset="-127"/>
              </a:rPr>
              <a:t>다소높음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보통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)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로 표현</a:t>
            </a:r>
            <a:endParaRPr lang="en-US" altLang="ko-KR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A0312349-BE1B-47AE-AD2A-21BCF3F2EDA7}"/>
              </a:ext>
            </a:extLst>
          </p:cNvPr>
          <p:cNvSpPr/>
          <p:nvPr/>
        </p:nvSpPr>
        <p:spPr>
          <a:xfrm>
            <a:off x="892804" y="647159"/>
            <a:ext cx="617677" cy="507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01</a:t>
            </a:r>
            <a:endParaRPr lang="ko-KR" altLang="en-US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9617F465-2B81-4606-92AB-8FC040BC10B6}"/>
              </a:ext>
            </a:extLst>
          </p:cNvPr>
          <p:cNvGrpSpPr/>
          <p:nvPr/>
        </p:nvGrpSpPr>
        <p:grpSpPr>
          <a:xfrm>
            <a:off x="1827883" y="1112970"/>
            <a:ext cx="1189686" cy="45719"/>
            <a:chOff x="5844109" y="887373"/>
            <a:chExt cx="457200" cy="53340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599B178E-DB31-47FD-988C-6A8E9BEAEB94}"/>
                </a:ext>
              </a:extLst>
            </p:cNvPr>
            <p:cNvCxnSpPr/>
            <p:nvPr/>
          </p:nvCxnSpPr>
          <p:spPr>
            <a:xfrm>
              <a:off x="5844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28E63937-BFF6-418C-A7C3-3AF3505F6A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03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688C05B7-7ED3-4865-BD4F-B133130F9B29}"/>
                </a:ext>
              </a:extLst>
            </p:cNvPr>
            <p:cNvCxnSpPr/>
            <p:nvPr/>
          </p:nvCxnSpPr>
          <p:spPr>
            <a:xfrm>
              <a:off x="59965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54AFA92B-B128-45C9-9EEC-27C386178D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27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72910C49-0737-4E01-A082-E841CE889A71}"/>
                </a:ext>
              </a:extLst>
            </p:cNvPr>
            <p:cNvCxnSpPr/>
            <p:nvPr/>
          </p:nvCxnSpPr>
          <p:spPr>
            <a:xfrm>
              <a:off x="61489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42FC3DBC-CD27-4387-B5E0-BE02F9A57A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C831C924-9F59-4EF9-AC3E-A71D998008C8}"/>
              </a:ext>
            </a:extLst>
          </p:cNvPr>
          <p:cNvSpPr txBox="1"/>
          <p:nvPr/>
        </p:nvSpPr>
        <p:spPr>
          <a:xfrm>
            <a:off x="1738236" y="629441"/>
            <a:ext cx="6683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변수에 대한 설명</a:t>
            </a:r>
          </a:p>
        </p:txBody>
      </p:sp>
    </p:spTree>
    <p:extLst>
      <p:ext uri="{BB962C8B-B14F-4D97-AF65-F5344CB8AC3E}">
        <p14:creationId xmlns:p14="http://schemas.microsoft.com/office/powerpoint/2010/main" val="2200659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02F852D-44AF-4232-80CC-209449D39ED5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0">
            <a:extLst>
              <a:ext uri="{FF2B5EF4-FFF2-40B4-BE49-F238E27FC236}">
                <a16:creationId xmlns:a16="http://schemas.microsoft.com/office/drawing/2014/main" id="{1CC73462-07F5-4B98-80D7-0E2FC1E593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A1E7F79-DB09-4586-BC40-ED9C36D2C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01FCFEB-E146-4A7B-9238-9477EB85E214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DBEB181-4339-4B8D-BC45-0F4B991F1671}"/>
              </a:ext>
            </a:extLst>
          </p:cNvPr>
          <p:cNvSpPr txBox="1"/>
          <p:nvPr/>
        </p:nvSpPr>
        <p:spPr>
          <a:xfrm>
            <a:off x="707201" y="5364955"/>
            <a:ext cx="11224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strike="noStrike" dirty="0">
                <a:effectLst/>
                <a:latin typeface="+mj-lt"/>
                <a:ea typeface="맑은 고딕" panose="020B0503020000020004" pitchFamily="50" charset="-127"/>
              </a:rPr>
              <a:t>Age,</a:t>
            </a:r>
            <a:r>
              <a:rPr lang="en-US" altLang="ko-KR" sz="1600" dirty="0">
                <a:latin typeface="+mj-lt"/>
              </a:rPr>
              <a:t> </a:t>
            </a:r>
            <a:r>
              <a:rPr lang="en-US" altLang="ko-KR" sz="1600" strike="noStrike" dirty="0">
                <a:effectLst/>
                <a:latin typeface="+mj-lt"/>
                <a:ea typeface="맑은 고딕" panose="020B0503020000020004" pitchFamily="50" charset="-127"/>
              </a:rPr>
              <a:t>Year,</a:t>
            </a:r>
            <a:r>
              <a:rPr lang="en-US" altLang="ko-KR" sz="1600" dirty="0">
                <a:latin typeface="+mj-lt"/>
              </a:rPr>
              <a:t> </a:t>
            </a:r>
            <a:r>
              <a:rPr lang="en-US" altLang="ko-KR" sz="1600" strike="noStrike" dirty="0" err="1">
                <a:effectLst/>
                <a:latin typeface="+mj-lt"/>
                <a:ea typeface="맑은 고딕" panose="020B0503020000020004" pitchFamily="50" charset="-127"/>
              </a:rPr>
              <a:t>Harmful_themes</a:t>
            </a:r>
            <a:r>
              <a:rPr lang="en-US" altLang="ko-KR" sz="1600" strike="noStrike" dirty="0">
                <a:effectLst/>
                <a:latin typeface="+mj-lt"/>
                <a:ea typeface="맑은 고딕" panose="020B0503020000020004" pitchFamily="50" charset="-127"/>
              </a:rPr>
              <a:t>,</a:t>
            </a:r>
            <a:r>
              <a:rPr lang="en-US" altLang="ko-KR" sz="1600" dirty="0">
                <a:latin typeface="+mj-lt"/>
              </a:rPr>
              <a:t> </a:t>
            </a:r>
            <a:r>
              <a:rPr lang="en-US" altLang="ko-KR" sz="1600" strike="noStrike" dirty="0">
                <a:effectLst/>
                <a:latin typeface="+mj-lt"/>
                <a:ea typeface="맑은 고딕" panose="020B0503020000020004" pitchFamily="50" charset="-127"/>
              </a:rPr>
              <a:t>Lewdness,</a:t>
            </a:r>
            <a:r>
              <a:rPr lang="en-US" altLang="ko-KR" sz="1600" dirty="0">
                <a:latin typeface="+mj-lt"/>
              </a:rPr>
              <a:t> </a:t>
            </a:r>
            <a:r>
              <a:rPr lang="en-US" altLang="ko-KR" sz="1600" strike="noStrike" dirty="0">
                <a:effectLst/>
                <a:latin typeface="+mj-lt"/>
                <a:ea typeface="맑은 고딕" panose="020B0503020000020004" pitchFamily="50" charset="-127"/>
              </a:rPr>
              <a:t>Violence,</a:t>
            </a:r>
            <a:r>
              <a:rPr lang="en-US" altLang="ko-KR" sz="1600" dirty="0">
                <a:latin typeface="+mj-lt"/>
              </a:rPr>
              <a:t> </a:t>
            </a:r>
            <a:r>
              <a:rPr lang="en-US" altLang="ko-KR" sz="1600" strike="noStrike" dirty="0">
                <a:effectLst/>
                <a:latin typeface="+mj-lt"/>
                <a:ea typeface="맑은 고딕" panose="020B0503020000020004" pitchFamily="50" charset="-127"/>
              </a:rPr>
              <a:t>Profanity,</a:t>
            </a:r>
            <a:r>
              <a:rPr lang="en-US" altLang="ko-KR" sz="1600" dirty="0">
                <a:latin typeface="+mj-lt"/>
              </a:rPr>
              <a:t> </a:t>
            </a:r>
            <a:r>
              <a:rPr lang="en-US" altLang="ko-KR" sz="1600" strike="noStrike" dirty="0">
                <a:effectLst/>
                <a:latin typeface="+mj-lt"/>
                <a:ea typeface="맑은 고딕" panose="020B0503020000020004" pitchFamily="50" charset="-127"/>
              </a:rPr>
              <a:t>Fear,</a:t>
            </a:r>
            <a:r>
              <a:rPr lang="en-US" altLang="ko-KR" sz="1600" dirty="0">
                <a:latin typeface="+mj-lt"/>
              </a:rPr>
              <a:t> </a:t>
            </a:r>
            <a:r>
              <a:rPr lang="en-US" altLang="ko-KR" sz="1600" strike="noStrike" dirty="0">
                <a:effectLst/>
                <a:latin typeface="+mj-lt"/>
                <a:ea typeface="맑은 고딕" panose="020B0503020000020004" pitchFamily="50" charset="-127"/>
              </a:rPr>
              <a:t>Drugs,</a:t>
            </a:r>
            <a:r>
              <a:rPr lang="en-US" altLang="ko-KR" sz="1600" dirty="0">
                <a:latin typeface="+mj-lt"/>
              </a:rPr>
              <a:t> </a:t>
            </a:r>
            <a:r>
              <a:rPr lang="en-US" altLang="ko-KR" sz="1600" strike="noStrike" dirty="0" err="1">
                <a:effectLst/>
                <a:latin typeface="+mj-lt"/>
                <a:ea typeface="맑은 고딕" panose="020B0503020000020004" pitchFamily="50" charset="-127"/>
              </a:rPr>
              <a:t>Immatatable</a:t>
            </a:r>
            <a:r>
              <a:rPr lang="ko-KR" altLang="en-US" sz="1600" dirty="0">
                <a:latin typeface="+mj-lt"/>
                <a:ea typeface="맑은 고딕" panose="020B0503020000020004" pitchFamily="50" charset="-127"/>
              </a:rPr>
              <a:t> 항목은 </a:t>
            </a:r>
            <a:r>
              <a:rPr lang="en-US" altLang="ko-KR" sz="2000" dirty="0">
                <a:solidFill>
                  <a:schemeClr val="accent1"/>
                </a:solidFill>
                <a:latin typeface="+mj-lt"/>
                <a:ea typeface="맑은 고딕" panose="020B0503020000020004" pitchFamily="50" charset="-127"/>
              </a:rPr>
              <a:t>factor</a:t>
            </a:r>
            <a:r>
              <a:rPr lang="ko-KR" altLang="en-US" sz="2000" dirty="0">
                <a:solidFill>
                  <a:schemeClr val="accent1"/>
                </a:solidFill>
                <a:latin typeface="+mj-lt"/>
                <a:ea typeface="맑은 고딕" panose="020B0503020000020004" pitchFamily="50" charset="-127"/>
              </a:rPr>
              <a:t>형</a:t>
            </a:r>
            <a:r>
              <a:rPr lang="ko-KR" altLang="en-US" sz="1600" dirty="0">
                <a:latin typeface="+mj-lt"/>
                <a:ea typeface="맑은 고딕" panose="020B0503020000020004" pitchFamily="50" charset="-127"/>
              </a:rPr>
              <a:t>으로 가져옴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378C14D-C58F-4BFB-96C6-EC1F18FD97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596" y="2448368"/>
            <a:ext cx="3767186" cy="1685925"/>
          </a:xfrm>
          <a:prstGeom prst="rect">
            <a:avLst/>
          </a:prstGeom>
          <a:ln w="38100" cmpd="sng">
            <a:solidFill>
              <a:srgbClr val="FF0000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4CD1AF9-58C6-4F6A-AA78-7C326BA897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1616" y="2454660"/>
            <a:ext cx="7679577" cy="165735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FC811EE-F665-460D-ADAF-486A0762C228}"/>
              </a:ext>
            </a:extLst>
          </p:cNvPr>
          <p:cNvSpPr txBox="1"/>
          <p:nvPr/>
        </p:nvSpPr>
        <p:spPr>
          <a:xfrm>
            <a:off x="707200" y="4491892"/>
            <a:ext cx="100863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j-lt"/>
              </a:rPr>
              <a:t>데이터들 중 </a:t>
            </a:r>
            <a:r>
              <a:rPr lang="en-US" altLang="ko-KR" sz="1600" strike="noStrike" dirty="0" err="1">
                <a:effectLst/>
                <a:latin typeface="+mj-lt"/>
                <a:ea typeface="맑은 고딕" panose="020B0503020000020004" pitchFamily="50" charset="-127"/>
              </a:rPr>
              <a:t>Mean_Length</a:t>
            </a:r>
            <a:r>
              <a:rPr lang="en-US" altLang="ko-KR" sz="1600" dirty="0">
                <a:latin typeface="+mj-lt"/>
              </a:rPr>
              <a:t> , </a:t>
            </a:r>
            <a:r>
              <a:rPr lang="en-US" altLang="ko-KR" sz="1600" dirty="0" err="1">
                <a:latin typeface="+mj-lt"/>
              </a:rPr>
              <a:t>Director_max_award</a:t>
            </a:r>
            <a:r>
              <a:rPr lang="en-US" altLang="ko-KR" sz="1600" dirty="0">
                <a:latin typeface="+mj-lt"/>
              </a:rPr>
              <a:t>, </a:t>
            </a:r>
            <a:r>
              <a:rPr lang="en-US" altLang="ko-KR" sz="1600" dirty="0" err="1">
                <a:latin typeface="+mj-lt"/>
              </a:rPr>
              <a:t>All_rating</a:t>
            </a:r>
            <a:r>
              <a:rPr lang="en-US" altLang="ko-KR" sz="1600" dirty="0">
                <a:latin typeface="+mj-lt"/>
              </a:rPr>
              <a:t> </a:t>
            </a:r>
            <a:r>
              <a:rPr lang="ko-KR" altLang="en-US" sz="1600" dirty="0">
                <a:latin typeface="+mj-lt"/>
              </a:rPr>
              <a:t>항목을 </a:t>
            </a:r>
            <a:r>
              <a:rPr lang="ko-KR" altLang="en-US" sz="2000" dirty="0">
                <a:solidFill>
                  <a:schemeClr val="accent1"/>
                </a:solidFill>
                <a:latin typeface="+mj-lt"/>
              </a:rPr>
              <a:t>숫자형</a:t>
            </a:r>
            <a:r>
              <a:rPr lang="ko-KR" altLang="en-US" sz="1600" dirty="0">
                <a:latin typeface="+mj-lt"/>
              </a:rPr>
              <a:t>으로 가져옴</a:t>
            </a:r>
            <a:endParaRPr lang="en-US" altLang="ko-KR" sz="1600" dirty="0">
              <a:latin typeface="+mj-lt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7FB2F928-D1DD-457C-A47D-3FDD9D937D0E}"/>
              </a:ext>
            </a:extLst>
          </p:cNvPr>
          <p:cNvSpPr/>
          <p:nvPr/>
        </p:nvSpPr>
        <p:spPr>
          <a:xfrm>
            <a:off x="1296216" y="1108918"/>
            <a:ext cx="617677" cy="507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01</a:t>
            </a:r>
            <a:endParaRPr lang="ko-KR" altLang="en-US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66CDD5C-B5AD-4CC9-B2E2-D2823F9450A6}"/>
              </a:ext>
            </a:extLst>
          </p:cNvPr>
          <p:cNvGrpSpPr/>
          <p:nvPr/>
        </p:nvGrpSpPr>
        <p:grpSpPr>
          <a:xfrm>
            <a:off x="2258189" y="1578327"/>
            <a:ext cx="1189686" cy="45719"/>
            <a:chOff x="5844109" y="887373"/>
            <a:chExt cx="457200" cy="53340"/>
          </a:xfrm>
        </p:grpSpPr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B4D794B0-4B58-4AA6-9C77-C0B424880557}"/>
                </a:ext>
              </a:extLst>
            </p:cNvPr>
            <p:cNvCxnSpPr/>
            <p:nvPr/>
          </p:nvCxnSpPr>
          <p:spPr>
            <a:xfrm>
              <a:off x="5844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FD8F6390-6A13-4D11-9BED-8387469F5B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03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0B44699-65A8-4764-B8BE-67CD3FED6EF5}"/>
                </a:ext>
              </a:extLst>
            </p:cNvPr>
            <p:cNvCxnSpPr/>
            <p:nvPr/>
          </p:nvCxnSpPr>
          <p:spPr>
            <a:xfrm>
              <a:off x="59965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9A421E2B-0851-47CA-9C33-AB698C46D6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27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B2FA54A5-DE62-4B81-8579-486F30157F5C}"/>
                </a:ext>
              </a:extLst>
            </p:cNvPr>
            <p:cNvCxnSpPr/>
            <p:nvPr/>
          </p:nvCxnSpPr>
          <p:spPr>
            <a:xfrm>
              <a:off x="61489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A2CB4A5F-C863-44F1-896F-2D833A25FC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26D603E7-0447-4299-B980-8F8E76F7E903}"/>
              </a:ext>
            </a:extLst>
          </p:cNvPr>
          <p:cNvSpPr txBox="1"/>
          <p:nvPr/>
        </p:nvSpPr>
        <p:spPr>
          <a:xfrm>
            <a:off x="2152995" y="1108918"/>
            <a:ext cx="6683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데이터 설명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D7ED6C-8EC8-45AD-8514-9F878AE83643}"/>
              </a:ext>
            </a:extLst>
          </p:cNvPr>
          <p:cNvSpPr txBox="1"/>
          <p:nvPr/>
        </p:nvSpPr>
        <p:spPr>
          <a:xfrm>
            <a:off x="230289" y="2062905"/>
            <a:ext cx="117487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평균 러닝타임</a:t>
            </a:r>
            <a:r>
              <a:rPr lang="en-US" altLang="ko-KR" sz="1600" dirty="0"/>
              <a:t>   </a:t>
            </a:r>
            <a:r>
              <a:rPr lang="ko-KR" altLang="en-US" sz="1600" dirty="0"/>
              <a:t>감독 수상개수</a:t>
            </a:r>
            <a:r>
              <a:rPr lang="en-US" altLang="ko-KR" sz="1600" dirty="0"/>
              <a:t>   </a:t>
            </a:r>
            <a:r>
              <a:rPr lang="ko-KR" altLang="en-US" sz="1600" dirty="0"/>
              <a:t>전체평점    관람등급  </a:t>
            </a:r>
            <a:r>
              <a:rPr lang="ko-KR" altLang="en-US" sz="1600" dirty="0" err="1"/>
              <a:t>제작년도</a:t>
            </a:r>
            <a:r>
              <a:rPr lang="ko-KR" altLang="en-US" sz="1600" dirty="0"/>
              <a:t> 유해성      선정성  폭력성   욕설     공포    마약    모방위험</a:t>
            </a:r>
          </a:p>
        </p:txBody>
      </p:sp>
    </p:spTree>
    <p:extLst>
      <p:ext uri="{BB962C8B-B14F-4D97-AF65-F5344CB8AC3E}">
        <p14:creationId xmlns:p14="http://schemas.microsoft.com/office/powerpoint/2010/main" val="4249502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02F852D-44AF-4232-80CC-209449D39ED5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0">
            <a:extLst>
              <a:ext uri="{FF2B5EF4-FFF2-40B4-BE49-F238E27FC236}">
                <a16:creationId xmlns:a16="http://schemas.microsoft.com/office/drawing/2014/main" id="{1CC73462-07F5-4B98-80D7-0E2FC1E593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A1E7F79-DB09-4586-BC40-ED9C36D2C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01FCFEB-E146-4A7B-9238-9477EB85E214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DBEB181-4339-4B8D-BC45-0F4B991F1671}"/>
              </a:ext>
            </a:extLst>
          </p:cNvPr>
          <p:cNvSpPr txBox="1"/>
          <p:nvPr/>
        </p:nvSpPr>
        <p:spPr>
          <a:xfrm>
            <a:off x="636336" y="5273129"/>
            <a:ext cx="1122482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strike="noStrike" dirty="0">
                <a:effectLst/>
                <a:latin typeface="+mj-lt"/>
                <a:ea typeface="맑은 고딕" panose="020B0503020000020004" pitchFamily="50" charset="-127"/>
              </a:rPr>
              <a:t>종합</a:t>
            </a:r>
            <a:r>
              <a:rPr lang="en-US" altLang="ko-KR" sz="16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600" strike="noStrike" dirty="0">
                <a:effectLst/>
                <a:latin typeface="+mj-lt"/>
                <a:ea typeface="맑은 고딕" panose="020B0503020000020004" pitchFamily="50" charset="-127"/>
              </a:rPr>
              <a:t>드라마</a:t>
            </a:r>
            <a:r>
              <a:rPr lang="en-US" altLang="ko-KR" sz="16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600" strike="noStrike" dirty="0">
                <a:effectLst/>
                <a:latin typeface="+mj-lt"/>
                <a:ea typeface="맑은 고딕" panose="020B0503020000020004" pitchFamily="50" charset="-127"/>
              </a:rPr>
              <a:t>영화 데이터의 평점 중앙값은 </a:t>
            </a:r>
            <a:r>
              <a:rPr lang="en-US" altLang="ko-KR" sz="1600" strike="noStrike" dirty="0">
                <a:effectLst/>
                <a:latin typeface="+mj-lt"/>
                <a:ea typeface="맑은 고딕" panose="020B0503020000020004" pitchFamily="50" charset="-127"/>
              </a:rPr>
              <a:t>6.5, 7.35, 6.4</a:t>
            </a:r>
            <a:r>
              <a:rPr lang="ko-KR" altLang="en-US" sz="1600" dirty="0">
                <a:latin typeface="+mj-lt"/>
                <a:ea typeface="맑은 고딕" panose="020B0503020000020004" pitchFamily="50" charset="-127"/>
              </a:rPr>
              <a:t>이다</a:t>
            </a:r>
            <a:r>
              <a:rPr lang="en-US" altLang="ko-KR" sz="1600" dirty="0">
                <a:latin typeface="+mj-lt"/>
                <a:ea typeface="맑은 고딕" panose="020B0503020000020004" pitchFamily="50" charset="-127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+mj-lt"/>
              <a:ea typeface="맑은 고딕" panose="020B050302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j-lt"/>
                <a:ea typeface="맑은 고딕" panose="020B0503020000020004" pitchFamily="50" charset="-127"/>
              </a:rPr>
              <a:t> </a:t>
            </a:r>
            <a:r>
              <a:rPr lang="ko-KR" altLang="en-US" sz="2000" dirty="0">
                <a:solidFill>
                  <a:schemeClr val="accent1"/>
                </a:solidFill>
                <a:latin typeface="+mj-lt"/>
                <a:ea typeface="맑은 고딕" panose="020B0503020000020004" pitchFamily="50" charset="-127"/>
              </a:rPr>
              <a:t>각 평점 중앙값을 기준</a:t>
            </a:r>
            <a:r>
              <a:rPr lang="ko-KR" altLang="en-US" sz="1600" dirty="0">
                <a:latin typeface="+mj-lt"/>
                <a:ea typeface="맑은 고딕" panose="020B0503020000020004" pitchFamily="50" charset="-127"/>
              </a:rPr>
              <a:t>으로 데이터를 </a:t>
            </a:r>
            <a:r>
              <a:rPr lang="ko-KR" altLang="en-US" sz="2000" dirty="0">
                <a:solidFill>
                  <a:schemeClr val="accent1"/>
                </a:solidFill>
                <a:latin typeface="+mj-lt"/>
                <a:ea typeface="맑은 고딕" panose="020B0503020000020004" pitchFamily="50" charset="-127"/>
              </a:rPr>
              <a:t>성공</a:t>
            </a:r>
            <a:r>
              <a:rPr lang="en-US" altLang="ko-KR" sz="2000" dirty="0">
                <a:solidFill>
                  <a:schemeClr val="accent1"/>
                </a:solidFill>
                <a:latin typeface="+mj-lt"/>
                <a:ea typeface="맑은 고딕" panose="020B0503020000020004" pitchFamily="50" charset="-127"/>
              </a:rPr>
              <a:t>,</a:t>
            </a:r>
            <a:r>
              <a:rPr lang="ko-KR" altLang="en-US" sz="2000" dirty="0">
                <a:solidFill>
                  <a:schemeClr val="accent1"/>
                </a:solidFill>
                <a:latin typeface="+mj-lt"/>
                <a:ea typeface="맑은 고딕" panose="020B0503020000020004" pitchFamily="50" charset="-127"/>
              </a:rPr>
              <a:t> 실패로 분류</a:t>
            </a:r>
            <a:r>
              <a:rPr lang="ko-KR" altLang="en-US" sz="1600" dirty="0">
                <a:latin typeface="+mj-lt"/>
                <a:ea typeface="맑은 고딕" panose="020B0503020000020004" pitchFamily="50" charset="-127"/>
              </a:rPr>
              <a:t>했다</a:t>
            </a:r>
            <a:r>
              <a:rPr lang="en-US" altLang="ko-KR" sz="1600" dirty="0">
                <a:latin typeface="+mj-lt"/>
                <a:ea typeface="맑은 고딕" panose="020B0503020000020004" pitchFamily="50" charset="-127"/>
              </a:rPr>
              <a:t>.</a:t>
            </a:r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7FB2F928-D1DD-457C-A47D-3FDD9D937D0E}"/>
              </a:ext>
            </a:extLst>
          </p:cNvPr>
          <p:cNvSpPr/>
          <p:nvPr/>
        </p:nvSpPr>
        <p:spPr>
          <a:xfrm>
            <a:off x="1296216" y="1108918"/>
            <a:ext cx="617677" cy="507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01</a:t>
            </a:r>
            <a:endParaRPr lang="ko-KR" altLang="en-US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66CDD5C-B5AD-4CC9-B2E2-D2823F9450A6}"/>
              </a:ext>
            </a:extLst>
          </p:cNvPr>
          <p:cNvGrpSpPr/>
          <p:nvPr/>
        </p:nvGrpSpPr>
        <p:grpSpPr>
          <a:xfrm>
            <a:off x="2258189" y="1578327"/>
            <a:ext cx="1189686" cy="45719"/>
            <a:chOff x="5844109" y="887373"/>
            <a:chExt cx="457200" cy="53340"/>
          </a:xfrm>
        </p:grpSpPr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B4D794B0-4B58-4AA6-9C77-C0B424880557}"/>
                </a:ext>
              </a:extLst>
            </p:cNvPr>
            <p:cNvCxnSpPr/>
            <p:nvPr/>
          </p:nvCxnSpPr>
          <p:spPr>
            <a:xfrm>
              <a:off x="5844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FD8F6390-6A13-4D11-9BED-8387469F5B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03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0B44699-65A8-4764-B8BE-67CD3FED6EF5}"/>
                </a:ext>
              </a:extLst>
            </p:cNvPr>
            <p:cNvCxnSpPr/>
            <p:nvPr/>
          </p:nvCxnSpPr>
          <p:spPr>
            <a:xfrm>
              <a:off x="59965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9A421E2B-0851-47CA-9C33-AB698C46D6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27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B2FA54A5-DE62-4B81-8579-486F30157F5C}"/>
                </a:ext>
              </a:extLst>
            </p:cNvPr>
            <p:cNvCxnSpPr/>
            <p:nvPr/>
          </p:nvCxnSpPr>
          <p:spPr>
            <a:xfrm>
              <a:off x="61489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A2CB4A5F-C863-44F1-896F-2D833A25FC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26D603E7-0447-4299-B980-8F8E76F7E903}"/>
              </a:ext>
            </a:extLst>
          </p:cNvPr>
          <p:cNvSpPr txBox="1"/>
          <p:nvPr/>
        </p:nvSpPr>
        <p:spPr>
          <a:xfrm>
            <a:off x="2152995" y="1108918"/>
            <a:ext cx="6683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데이터 설명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B9B0924-BF37-48B8-AA36-649455969D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655" y="2370051"/>
            <a:ext cx="3354679" cy="2340844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10F82DB-3537-4DBE-BF3B-1BA699E906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6697" y="2368001"/>
            <a:ext cx="3361091" cy="23400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BF46F467-F52C-4459-A389-F077D71636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4151" y="2368001"/>
            <a:ext cx="3372194" cy="23400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F03EF74-C6EF-4C58-93AF-D50D0806EE3B}"/>
              </a:ext>
            </a:extLst>
          </p:cNvPr>
          <p:cNvSpPr txBox="1"/>
          <p:nvPr/>
        </p:nvSpPr>
        <p:spPr>
          <a:xfrm>
            <a:off x="1913893" y="194786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종합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98F9B1-DF4E-477E-9945-C32004F39457}"/>
              </a:ext>
            </a:extLst>
          </p:cNvPr>
          <p:cNvSpPr txBox="1"/>
          <p:nvPr/>
        </p:nvSpPr>
        <p:spPr>
          <a:xfrm>
            <a:off x="5657418" y="194582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드라마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297D53-CFA8-42C7-93A9-AC2804A42824}"/>
              </a:ext>
            </a:extLst>
          </p:cNvPr>
          <p:cNvSpPr txBox="1"/>
          <p:nvPr/>
        </p:nvSpPr>
        <p:spPr>
          <a:xfrm>
            <a:off x="9628808" y="194234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영화</a:t>
            </a:r>
          </a:p>
        </p:txBody>
      </p:sp>
    </p:spTree>
    <p:extLst>
      <p:ext uri="{BB962C8B-B14F-4D97-AF65-F5344CB8AC3E}">
        <p14:creationId xmlns:p14="http://schemas.microsoft.com/office/powerpoint/2010/main" val="1236326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444A1856-0243-4992-A34C-35CAD3E2413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735"/>
          <a:stretch/>
        </p:blipFill>
        <p:spPr>
          <a:xfrm>
            <a:off x="1187975" y="2506430"/>
            <a:ext cx="3400534" cy="2489558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19DCEB0-AAD4-4493-ACBC-072076427146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0">
            <a:extLst>
              <a:ext uri="{FF2B5EF4-FFF2-40B4-BE49-F238E27FC236}">
                <a16:creationId xmlns:a16="http://schemas.microsoft.com/office/drawing/2014/main" id="{24D2E044-D333-4FFC-B877-705F8AB217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72C730A-66AF-474D-9F36-385751FF11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FEC5ED6-1191-4AE8-8AAF-0908A89F2E4E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F50BE6B-17F9-4870-AC82-AA0036D673FD}"/>
              </a:ext>
            </a:extLst>
          </p:cNvPr>
          <p:cNvSpPr txBox="1"/>
          <p:nvPr/>
        </p:nvSpPr>
        <p:spPr>
          <a:xfrm>
            <a:off x="349624" y="537882"/>
            <a:ext cx="6329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/>
              <a:t>다중공선성</a:t>
            </a:r>
            <a:r>
              <a:rPr lang="ko-KR" altLang="en-US" b="1" dirty="0"/>
              <a:t> 고려한 분석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E06B31-517A-4FED-9D09-346671766B65}"/>
              </a:ext>
            </a:extLst>
          </p:cNvPr>
          <p:cNvSpPr txBox="1"/>
          <p:nvPr/>
        </p:nvSpPr>
        <p:spPr>
          <a:xfrm>
            <a:off x="430306" y="1164694"/>
            <a:ext cx="109190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AGE (</a:t>
            </a:r>
            <a:r>
              <a:rPr lang="ko-KR" altLang="en-US" dirty="0"/>
              <a:t>관람등급</a:t>
            </a:r>
            <a:r>
              <a:rPr lang="en-US" altLang="ko-KR" dirty="0"/>
              <a:t>)</a:t>
            </a:r>
            <a:r>
              <a:rPr lang="ko-KR" altLang="en-US" dirty="0"/>
              <a:t>을 빼고 분석한 결과와 </a:t>
            </a:r>
            <a:r>
              <a:rPr lang="en-US" altLang="ko-KR" dirty="0" err="1"/>
              <a:t>Harmful_themes</a:t>
            </a:r>
            <a:r>
              <a:rPr lang="ko-KR" altLang="en-US" dirty="0"/>
              <a:t>를 제거하고 분석한 결과를 비교하여 어떤 변수를 제거할지를 결정 </a:t>
            </a:r>
            <a:r>
              <a:rPr lang="en-US" altLang="ko-KR" dirty="0"/>
              <a:t>VIF</a:t>
            </a:r>
            <a:r>
              <a:rPr lang="ko-KR" altLang="en-US" dirty="0"/>
              <a:t>가 </a:t>
            </a:r>
            <a:r>
              <a:rPr lang="en-US" altLang="ko-KR" dirty="0"/>
              <a:t>10</a:t>
            </a:r>
            <a:r>
              <a:rPr lang="ko-KR" altLang="en-US" dirty="0"/>
              <a:t>이상</a:t>
            </a:r>
            <a:r>
              <a:rPr lang="en-US" altLang="ko-KR" dirty="0"/>
              <a:t>, GVIF^(1/(2*Df)) </a:t>
            </a:r>
            <a:r>
              <a:rPr lang="ko-KR" altLang="en-US" dirty="0"/>
              <a:t>값이 </a:t>
            </a:r>
            <a:r>
              <a:rPr lang="en-US" altLang="ko-KR" dirty="0"/>
              <a:t>2</a:t>
            </a:r>
            <a:r>
              <a:rPr lang="ko-KR" altLang="en-US" dirty="0"/>
              <a:t>이상이면 </a:t>
            </a:r>
            <a:r>
              <a:rPr lang="ko-KR" altLang="en-US" dirty="0" err="1"/>
              <a:t>다중공선성에</a:t>
            </a:r>
            <a:r>
              <a:rPr lang="ko-KR" altLang="en-US" dirty="0"/>
              <a:t> 문제가 보임</a:t>
            </a:r>
            <a:r>
              <a:rPr lang="en-US" altLang="ko-KR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B4EE56-A946-4C52-ABD1-000A189A90B7}"/>
              </a:ext>
            </a:extLst>
          </p:cNvPr>
          <p:cNvSpPr txBox="1"/>
          <p:nvPr/>
        </p:nvSpPr>
        <p:spPr>
          <a:xfrm>
            <a:off x="2232909" y="2043869"/>
            <a:ext cx="3523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종합데이터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B7AF04-E0F3-4E9D-A5AA-9CCBE28C0F4D}"/>
              </a:ext>
            </a:extLst>
          </p:cNvPr>
          <p:cNvSpPr txBox="1"/>
          <p:nvPr/>
        </p:nvSpPr>
        <p:spPr>
          <a:xfrm>
            <a:off x="5112829" y="2071509"/>
            <a:ext cx="3590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Age</a:t>
            </a:r>
            <a:r>
              <a:rPr lang="ko-KR" altLang="en-US" dirty="0"/>
              <a:t>를 제거한 종합데이터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7A4A343-F3A3-4072-B796-D477083CFA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7107" y="2499735"/>
            <a:ext cx="3523130" cy="2489559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37C3929-78BF-44B8-944E-CF70F79DC3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9947" y="2511434"/>
            <a:ext cx="3635615" cy="2473992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8BF761B-D7E5-4579-A32D-32ABFD79EC16}"/>
              </a:ext>
            </a:extLst>
          </p:cNvPr>
          <p:cNvSpPr txBox="1"/>
          <p:nvPr/>
        </p:nvSpPr>
        <p:spPr>
          <a:xfrm>
            <a:off x="8300522" y="2093550"/>
            <a:ext cx="3868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Harmful_themes</a:t>
            </a:r>
            <a:r>
              <a:rPr lang="en-US" altLang="ko-KR" dirty="0"/>
              <a:t> </a:t>
            </a:r>
            <a:r>
              <a:rPr lang="ko-KR" altLang="en-US" dirty="0"/>
              <a:t>제거한 종합데이터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93A8044-F24C-431A-AA78-4E33AE983B40}"/>
              </a:ext>
            </a:extLst>
          </p:cNvPr>
          <p:cNvGrpSpPr/>
          <p:nvPr/>
        </p:nvGrpSpPr>
        <p:grpSpPr>
          <a:xfrm>
            <a:off x="25477" y="2738652"/>
            <a:ext cx="1162499" cy="2236640"/>
            <a:chOff x="25477" y="2738652"/>
            <a:chExt cx="1162499" cy="2236640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B352FA8-5472-4DBE-B80B-1D6E5F7CE9B3}"/>
                </a:ext>
              </a:extLst>
            </p:cNvPr>
            <p:cNvSpPr txBox="1"/>
            <p:nvPr/>
          </p:nvSpPr>
          <p:spPr>
            <a:xfrm>
              <a:off x="25477" y="2738652"/>
              <a:ext cx="116249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ko-KR" altLang="en-US" sz="1200" dirty="0"/>
                <a:t>평균 러닝타임</a:t>
              </a:r>
              <a:endParaRPr lang="en-US" altLang="ko-KR" sz="1200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947A732-CA6E-482A-9B4B-2916EB3FE041}"/>
                </a:ext>
              </a:extLst>
            </p:cNvPr>
            <p:cNvSpPr txBox="1"/>
            <p:nvPr/>
          </p:nvSpPr>
          <p:spPr>
            <a:xfrm>
              <a:off x="25477" y="2948949"/>
              <a:ext cx="116249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ko-KR" altLang="en-US" sz="1200"/>
                <a:t>감독 수상개수</a:t>
              </a:r>
              <a:endParaRPr lang="en-US" altLang="ko-KR" sz="120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55B9242-EADD-4A73-BDA0-EEF4D1BDC3B6}"/>
                </a:ext>
              </a:extLst>
            </p:cNvPr>
            <p:cNvSpPr txBox="1"/>
            <p:nvPr/>
          </p:nvSpPr>
          <p:spPr>
            <a:xfrm>
              <a:off x="387755" y="3141762"/>
              <a:ext cx="8002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ko-KR" altLang="en-US" sz="1200" dirty="0"/>
                <a:t>관람등급</a:t>
              </a:r>
              <a:endParaRPr lang="en-US" altLang="ko-KR" sz="12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8F47E7E-CF3E-4CB6-B0E4-BD9A8A2588A2}"/>
                </a:ext>
              </a:extLst>
            </p:cNvPr>
            <p:cNvSpPr txBox="1"/>
            <p:nvPr/>
          </p:nvSpPr>
          <p:spPr>
            <a:xfrm>
              <a:off x="387755" y="3341306"/>
              <a:ext cx="8002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ko-KR" altLang="en-US" sz="1200" dirty="0" err="1"/>
                <a:t>제작년도</a:t>
              </a:r>
              <a:endParaRPr lang="en-US" altLang="ko-KR" sz="120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944DD2F-4235-4612-A2AA-72740E9A6F18}"/>
                </a:ext>
              </a:extLst>
            </p:cNvPr>
            <p:cNvSpPr txBox="1"/>
            <p:nvPr/>
          </p:nvSpPr>
          <p:spPr>
            <a:xfrm>
              <a:off x="541643" y="3540850"/>
              <a:ext cx="6463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ko-KR" altLang="en-US" sz="1200"/>
                <a:t>유해성</a:t>
              </a:r>
              <a:endParaRPr lang="en-US" altLang="ko-KR" sz="12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E45D89F-EAF4-4DF8-B593-6E41C7C65925}"/>
                </a:ext>
              </a:extLst>
            </p:cNvPr>
            <p:cNvSpPr txBox="1"/>
            <p:nvPr/>
          </p:nvSpPr>
          <p:spPr>
            <a:xfrm>
              <a:off x="541643" y="3730831"/>
              <a:ext cx="6463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ko-KR" altLang="en-US" sz="1200"/>
                <a:t>선정성</a:t>
              </a:r>
              <a:endParaRPr lang="en-US" altLang="ko-KR" sz="1200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E016CA7-2E42-40CB-9688-ACE152AE7B73}"/>
                </a:ext>
              </a:extLst>
            </p:cNvPr>
            <p:cNvSpPr txBox="1"/>
            <p:nvPr/>
          </p:nvSpPr>
          <p:spPr>
            <a:xfrm>
              <a:off x="541644" y="3924462"/>
              <a:ext cx="6463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ko-KR" altLang="en-US" sz="1200" dirty="0"/>
                <a:t>폭력성</a:t>
              </a:r>
              <a:endParaRPr lang="en-US" altLang="ko-KR" sz="12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9205027-574E-4F41-92A1-DE0F7E013B6E}"/>
                </a:ext>
              </a:extLst>
            </p:cNvPr>
            <p:cNvSpPr txBox="1"/>
            <p:nvPr/>
          </p:nvSpPr>
          <p:spPr>
            <a:xfrm>
              <a:off x="695532" y="4118093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ko-KR" altLang="en-US" sz="1200"/>
                <a:t>욕설</a:t>
              </a:r>
              <a:endParaRPr lang="en-US" altLang="ko-KR" sz="1200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36ED995-1400-4AE3-8843-7F6F7A111D69}"/>
                </a:ext>
              </a:extLst>
            </p:cNvPr>
            <p:cNvSpPr txBox="1"/>
            <p:nvPr/>
          </p:nvSpPr>
          <p:spPr>
            <a:xfrm>
              <a:off x="695531" y="4316819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ko-KR" altLang="en-US" sz="1200"/>
                <a:t>공포</a:t>
              </a:r>
              <a:endParaRPr lang="en-US" altLang="ko-KR" sz="120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FAB4137-BD74-46DD-BDEA-3417726883E3}"/>
                </a:ext>
              </a:extLst>
            </p:cNvPr>
            <p:cNvSpPr txBox="1"/>
            <p:nvPr/>
          </p:nvSpPr>
          <p:spPr>
            <a:xfrm>
              <a:off x="695531" y="4503728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ko-KR" altLang="en-US" sz="1200"/>
                <a:t>마약</a:t>
              </a:r>
              <a:endParaRPr lang="en-US" altLang="ko-KR" sz="120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D0B1FBB-D8BD-4DF9-B544-997DB7C2794E}"/>
                </a:ext>
              </a:extLst>
            </p:cNvPr>
            <p:cNvSpPr txBox="1"/>
            <p:nvPr/>
          </p:nvSpPr>
          <p:spPr>
            <a:xfrm>
              <a:off x="387754" y="4698293"/>
              <a:ext cx="8002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ko-KR" altLang="en-US" sz="1200" dirty="0"/>
                <a:t>모방위험</a:t>
              </a:r>
              <a:endParaRPr lang="en-US" altLang="ko-KR" sz="1200" dirty="0"/>
            </a:p>
          </p:txBody>
        </p:sp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1E6D753D-59E5-4391-8842-29596D26AE77}"/>
              </a:ext>
            </a:extLst>
          </p:cNvPr>
          <p:cNvSpPr/>
          <p:nvPr/>
        </p:nvSpPr>
        <p:spPr>
          <a:xfrm>
            <a:off x="1260927" y="3167312"/>
            <a:ext cx="3198930" cy="194727"/>
          </a:xfrm>
          <a:prstGeom prst="rect">
            <a:avLst/>
          </a:prstGeom>
          <a:noFill/>
          <a:ln w="254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CD1029B-BF67-4FCD-90E7-7EBE5DB6A00C}"/>
              </a:ext>
            </a:extLst>
          </p:cNvPr>
          <p:cNvSpPr/>
          <p:nvPr/>
        </p:nvSpPr>
        <p:spPr>
          <a:xfrm>
            <a:off x="1260927" y="3555839"/>
            <a:ext cx="3198930" cy="194727"/>
          </a:xfrm>
          <a:prstGeom prst="rect">
            <a:avLst/>
          </a:prstGeom>
          <a:noFill/>
          <a:ln w="254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889A58E-0528-45D7-9D79-761C67BA69FA}"/>
              </a:ext>
            </a:extLst>
          </p:cNvPr>
          <p:cNvSpPr/>
          <p:nvPr/>
        </p:nvSpPr>
        <p:spPr>
          <a:xfrm>
            <a:off x="4788862" y="3427388"/>
            <a:ext cx="3380353" cy="208170"/>
          </a:xfrm>
          <a:prstGeom prst="rect">
            <a:avLst/>
          </a:prstGeom>
          <a:noFill/>
          <a:ln w="254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8CB86F3-65B6-45DC-BE77-7AB92CB8E74C}"/>
              </a:ext>
            </a:extLst>
          </p:cNvPr>
          <p:cNvSpPr/>
          <p:nvPr/>
        </p:nvSpPr>
        <p:spPr>
          <a:xfrm>
            <a:off x="8481236" y="3239025"/>
            <a:ext cx="3397337" cy="188363"/>
          </a:xfrm>
          <a:prstGeom prst="rect">
            <a:avLst/>
          </a:prstGeom>
          <a:noFill/>
          <a:ln w="254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7114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886FC79-9F92-4065-AA27-325192205294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0">
            <a:extLst>
              <a:ext uri="{FF2B5EF4-FFF2-40B4-BE49-F238E27FC236}">
                <a16:creationId xmlns:a16="http://schemas.microsoft.com/office/drawing/2014/main" id="{28D6FD54-83FF-431E-A4E9-64B6E02B61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96A9C4E-00B3-4809-97A2-A5C29FDCD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C9FC584-2B1A-49A5-83F0-FA6C3A5655A5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35A597BA-5A42-47FC-8C67-C7A9F8B7045F}"/>
              </a:ext>
            </a:extLst>
          </p:cNvPr>
          <p:cNvSpPr/>
          <p:nvPr/>
        </p:nvSpPr>
        <p:spPr>
          <a:xfrm>
            <a:off x="1296216" y="519225"/>
            <a:ext cx="617677" cy="507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02</a:t>
            </a:r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BB2E97A-658A-4C0D-A24C-7D10456EB1F7}"/>
              </a:ext>
            </a:extLst>
          </p:cNvPr>
          <p:cNvGrpSpPr/>
          <p:nvPr/>
        </p:nvGrpSpPr>
        <p:grpSpPr>
          <a:xfrm>
            <a:off x="2258189" y="988634"/>
            <a:ext cx="1189686" cy="45719"/>
            <a:chOff x="5844109" y="887373"/>
            <a:chExt cx="457200" cy="53340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EEF9A06A-48E0-4B35-8F12-EC78C8BDBD44}"/>
                </a:ext>
              </a:extLst>
            </p:cNvPr>
            <p:cNvCxnSpPr/>
            <p:nvPr/>
          </p:nvCxnSpPr>
          <p:spPr>
            <a:xfrm>
              <a:off x="5844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6D953694-655E-4D03-B3C8-57CBB19FE5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03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73638CBB-505A-46F8-8920-0415D5C21ACC}"/>
                </a:ext>
              </a:extLst>
            </p:cNvPr>
            <p:cNvCxnSpPr/>
            <p:nvPr/>
          </p:nvCxnSpPr>
          <p:spPr>
            <a:xfrm>
              <a:off x="59965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9A163BDE-C937-44FB-B416-4A09C3560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27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E3B96E44-CFEF-4F61-8F4F-C2DEA355D2F6}"/>
                </a:ext>
              </a:extLst>
            </p:cNvPr>
            <p:cNvCxnSpPr/>
            <p:nvPr/>
          </p:nvCxnSpPr>
          <p:spPr>
            <a:xfrm>
              <a:off x="61489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56E19B0-0FB5-4592-AFA5-BF6571B087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2152995" y="519225"/>
            <a:ext cx="6683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Cooks</a:t>
            </a:r>
            <a:r>
              <a:rPr lang="ko-KR" altLang="en-US" dirty="0"/>
              <a:t> </a:t>
            </a:r>
            <a:r>
              <a:rPr lang="en-US" altLang="ko-KR" dirty="0"/>
              <a:t>distance</a:t>
            </a:r>
            <a:r>
              <a:rPr lang="ko-KR" altLang="en-US" dirty="0"/>
              <a:t> </a:t>
            </a:r>
            <a:r>
              <a:rPr lang="en-US" altLang="ko-KR" dirty="0"/>
              <a:t>outlier</a:t>
            </a:r>
            <a:r>
              <a:rPr lang="ko-KR" altLang="en-US" dirty="0"/>
              <a:t> 제거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0EBFDF5-9990-475D-891C-C725E8747B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9956" y="3082977"/>
            <a:ext cx="3150825" cy="2160000"/>
          </a:xfrm>
          <a:prstGeom prst="rect">
            <a:avLst/>
          </a:prstGeom>
          <a:ln w="38100">
            <a:solidFill>
              <a:srgbClr val="E50914"/>
            </a:solidFill>
          </a:ln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1F3EBDB3-C19C-401F-8863-98F0CBCC97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7783" y="1504418"/>
            <a:ext cx="3024000" cy="2160000"/>
          </a:xfrm>
          <a:prstGeom prst="rect">
            <a:avLst/>
          </a:prstGeom>
          <a:noFill/>
          <a:ln w="38100">
            <a:solidFill>
              <a:srgbClr val="E5091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BDF6CE3-7535-4A23-95BB-C9264FF259A0}"/>
              </a:ext>
            </a:extLst>
          </p:cNvPr>
          <p:cNvSpPr txBox="1"/>
          <p:nvPr/>
        </p:nvSpPr>
        <p:spPr>
          <a:xfrm>
            <a:off x="7420781" y="4387822"/>
            <a:ext cx="36759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► {cooks &gt; 4/(</a:t>
            </a:r>
            <a:r>
              <a:rPr lang="ko-KR" altLang="en-US" dirty="0"/>
              <a:t>데이터 행 개수</a:t>
            </a:r>
            <a:r>
              <a:rPr lang="en-US" altLang="ko-KR" dirty="0"/>
              <a:t>)}</a:t>
            </a:r>
            <a:r>
              <a:rPr lang="ko-KR" altLang="en-US" dirty="0"/>
              <a:t>를 만족하는 데이터를 </a:t>
            </a:r>
            <a:r>
              <a:rPr lang="en-US" altLang="ko-KR" dirty="0"/>
              <a:t>outlier</a:t>
            </a:r>
            <a:r>
              <a:rPr lang="ko-KR" altLang="en-US" dirty="0"/>
              <a:t>로 판단하고 제거</a:t>
            </a:r>
            <a:endParaRPr lang="en-US" altLang="ko-KR" dirty="0"/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D501B810-5CF0-432F-9A3B-0AD06CC88B15}"/>
              </a:ext>
            </a:extLst>
          </p:cNvPr>
          <p:cNvSpPr/>
          <p:nvPr/>
        </p:nvSpPr>
        <p:spPr>
          <a:xfrm>
            <a:off x="5570880" y="2329641"/>
            <a:ext cx="548976" cy="36933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8" name="Picture 4">
            <a:extLst>
              <a:ext uri="{FF2B5EF4-FFF2-40B4-BE49-F238E27FC236}">
                <a16:creationId xmlns:a16="http://schemas.microsoft.com/office/drawing/2014/main" id="{7E08D18C-FA05-4767-8EEA-7C2C2F0E1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954" y="1504534"/>
            <a:ext cx="3024000" cy="2160000"/>
          </a:xfrm>
          <a:prstGeom prst="rect">
            <a:avLst/>
          </a:prstGeom>
          <a:noFill/>
          <a:ln w="38100">
            <a:solidFill>
              <a:srgbClr val="E5091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2556AD2-266F-46C3-9DA4-32E8391E0D77}"/>
              </a:ext>
            </a:extLst>
          </p:cNvPr>
          <p:cNvSpPr txBox="1"/>
          <p:nvPr/>
        </p:nvSpPr>
        <p:spPr>
          <a:xfrm>
            <a:off x="331015" y="5348165"/>
            <a:ext cx="118382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►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 Neue"/>
              </a:rPr>
              <a:t>데이터의 분석 과정에서 이상치들은 모형에 큰 영향을 주기 때문에 제거했고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Helvetica Neue"/>
              </a:rPr>
              <a:t>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 Neue"/>
              </a:rPr>
              <a:t>제거 기준으로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Helvetica Neue"/>
              </a:rPr>
              <a:t>cooks distance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 Neue"/>
              </a:rPr>
              <a:t>사용</a:t>
            </a:r>
            <a:endParaRPr lang="en-US" altLang="ko-KR" b="0" i="0" dirty="0">
              <a:solidFill>
                <a:srgbClr val="000000"/>
              </a:solidFill>
              <a:effectLst/>
              <a:latin typeface="Helvetica Neue"/>
            </a:endParaRPr>
          </a:p>
          <a:p>
            <a:pPr algn="l" fontAlgn="base"/>
            <a:r>
              <a:rPr lang="en-US" altLang="ko-KR" dirty="0">
                <a:solidFill>
                  <a:srgbClr val="000000"/>
                </a:solidFill>
                <a:latin typeface="Helvetica Neue"/>
              </a:rPr>
              <a:t>- cooks distance: </a:t>
            </a:r>
            <a:r>
              <a:rPr lang="ko-KR" altLang="en-US" dirty="0">
                <a:solidFill>
                  <a:srgbClr val="000000"/>
                </a:solidFill>
                <a:latin typeface="Helvetica Neue"/>
              </a:rPr>
              <a:t>하나의 관측치가 모형에 미치는 영향력을 나타내는 측도로</a:t>
            </a:r>
            <a:r>
              <a:rPr lang="en-US" altLang="ko-KR" dirty="0">
                <a:solidFill>
                  <a:srgbClr val="000000"/>
                </a:solidFill>
                <a:latin typeface="Helvetica Neue"/>
              </a:rPr>
              <a:t>,</a:t>
            </a:r>
            <a:r>
              <a:rPr lang="ko-KR" altLang="en-US" dirty="0">
                <a:solidFill>
                  <a:srgbClr val="000000"/>
                </a:solidFill>
                <a:latin typeface="Helvetica Neue"/>
              </a:rPr>
              <a:t> 전체 데이터로부터 얻은 회귀계수들과 </a:t>
            </a:r>
            <a:r>
              <a:rPr lang="en-US" altLang="ko-KR" dirty="0" err="1">
                <a:solidFill>
                  <a:srgbClr val="000000"/>
                </a:solidFill>
                <a:latin typeface="Helvetica Neue"/>
              </a:rPr>
              <a:t>i</a:t>
            </a:r>
            <a:r>
              <a:rPr lang="ko-KR" altLang="en-US" dirty="0">
                <a:solidFill>
                  <a:srgbClr val="000000"/>
                </a:solidFill>
                <a:latin typeface="Helvetica Neue"/>
              </a:rPr>
              <a:t>번째 관측치를 제거하고 얻은 회귀계수들의 차이</a:t>
            </a:r>
          </a:p>
        </p:txBody>
      </p:sp>
    </p:spTree>
    <p:extLst>
      <p:ext uri="{BB962C8B-B14F-4D97-AF65-F5344CB8AC3E}">
        <p14:creationId xmlns:p14="http://schemas.microsoft.com/office/powerpoint/2010/main" val="4507136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04F45D76-6FAF-4406-A9F0-5AA814FE5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389" y="1471476"/>
            <a:ext cx="4370403" cy="46800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886FC79-9F92-4065-AA27-325192205294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0">
            <a:extLst>
              <a:ext uri="{FF2B5EF4-FFF2-40B4-BE49-F238E27FC236}">
                <a16:creationId xmlns:a16="http://schemas.microsoft.com/office/drawing/2014/main" id="{28D6FD54-83FF-431E-A4E9-64B6E02B61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96A9C4E-00B3-4809-97A2-A5C29FDCDF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C9FC584-2B1A-49A5-83F0-FA6C3A5655A5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35A597BA-5A42-47FC-8C67-C7A9F8B7045F}"/>
              </a:ext>
            </a:extLst>
          </p:cNvPr>
          <p:cNvSpPr/>
          <p:nvPr/>
        </p:nvSpPr>
        <p:spPr>
          <a:xfrm>
            <a:off x="1296216" y="727314"/>
            <a:ext cx="617677" cy="507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03</a:t>
            </a:r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BB2E97A-658A-4C0D-A24C-7D10456EB1F7}"/>
              </a:ext>
            </a:extLst>
          </p:cNvPr>
          <p:cNvGrpSpPr/>
          <p:nvPr/>
        </p:nvGrpSpPr>
        <p:grpSpPr>
          <a:xfrm>
            <a:off x="2258189" y="1196723"/>
            <a:ext cx="1189686" cy="45719"/>
            <a:chOff x="5844109" y="887373"/>
            <a:chExt cx="457200" cy="53340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EEF9A06A-48E0-4B35-8F12-EC78C8BDBD44}"/>
                </a:ext>
              </a:extLst>
            </p:cNvPr>
            <p:cNvCxnSpPr/>
            <p:nvPr/>
          </p:nvCxnSpPr>
          <p:spPr>
            <a:xfrm>
              <a:off x="5844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6D953694-655E-4D03-B3C8-57CBB19FE5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03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73638CBB-505A-46F8-8920-0415D5C21ACC}"/>
                </a:ext>
              </a:extLst>
            </p:cNvPr>
            <p:cNvCxnSpPr/>
            <p:nvPr/>
          </p:nvCxnSpPr>
          <p:spPr>
            <a:xfrm>
              <a:off x="59965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9A163BDE-C937-44FB-B416-4A09C3560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27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E3B96E44-CFEF-4F61-8F4F-C2DEA355D2F6}"/>
                </a:ext>
              </a:extLst>
            </p:cNvPr>
            <p:cNvCxnSpPr/>
            <p:nvPr/>
          </p:nvCxnSpPr>
          <p:spPr>
            <a:xfrm>
              <a:off x="61489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56E19B0-0FB5-4592-AFA5-BF6571B087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2152995" y="727314"/>
            <a:ext cx="6683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드라마</a:t>
            </a:r>
            <a:r>
              <a:rPr lang="en-US" altLang="ko-KR" dirty="0"/>
              <a:t> &amp; </a:t>
            </a:r>
            <a:r>
              <a:rPr lang="ko-KR" altLang="en-US" dirty="0"/>
              <a:t>영화 일반회귀 결과</a:t>
            </a:r>
            <a:r>
              <a:rPr lang="en-US" altLang="ko-KR" dirty="0"/>
              <a:t>(</a:t>
            </a:r>
            <a:r>
              <a:rPr lang="ko-KR" altLang="en-US" dirty="0"/>
              <a:t>성공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AFEB759-2833-4910-8E91-C802480E74FF}"/>
              </a:ext>
            </a:extLst>
          </p:cNvPr>
          <p:cNvSpPr txBox="1"/>
          <p:nvPr/>
        </p:nvSpPr>
        <p:spPr>
          <a:xfrm>
            <a:off x="6272689" y="1477596"/>
            <a:ext cx="487627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dirty="0">
                <a:cs typeface="Arial" panose="020B0604020202020204" pitchFamily="34" charset="0"/>
              </a:rPr>
              <a:t>► </a:t>
            </a:r>
            <a:r>
              <a:rPr lang="ko-KR" altLang="en-US" dirty="0">
                <a:cs typeface="Arial" panose="020B0604020202020204" pitchFamily="34" charset="0"/>
              </a:rPr>
              <a:t>평점 </a:t>
            </a:r>
            <a:r>
              <a:rPr lang="en-US" altLang="ko-KR" dirty="0">
                <a:cs typeface="Arial" panose="020B0604020202020204" pitchFamily="34" charset="0"/>
              </a:rPr>
              <a:t>6.5</a:t>
            </a:r>
            <a:r>
              <a:rPr lang="ko-KR" altLang="en-US" dirty="0">
                <a:cs typeface="Arial" panose="020B0604020202020204" pitchFamily="34" charset="0"/>
              </a:rPr>
              <a:t>이상 데이터 유의한 </a:t>
            </a:r>
            <a:r>
              <a:rPr lang="en-US" altLang="ko-KR" dirty="0">
                <a:cs typeface="Arial" panose="020B0604020202020204" pitchFamily="34" charset="0"/>
              </a:rPr>
              <a:t>factor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dirty="0">
                <a:cs typeface="Arial" panose="020B0604020202020204" pitchFamily="34" charset="0"/>
              </a:rPr>
              <a:t> </a:t>
            </a:r>
            <a:r>
              <a:rPr lang="ko-KR" altLang="en-US" dirty="0">
                <a:cs typeface="Arial" panose="020B0604020202020204" pitchFamily="34" charset="0"/>
              </a:rPr>
              <a:t>유해한 주제 높음</a:t>
            </a:r>
            <a:endParaRPr lang="en-US" altLang="ko-KR" dirty="0">
              <a:cs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dirty="0">
                <a:cs typeface="Arial" panose="020B0604020202020204" pitchFamily="34" charset="0"/>
              </a:rPr>
              <a:t> </a:t>
            </a:r>
            <a:r>
              <a:rPr lang="ko-KR" altLang="en-US" dirty="0">
                <a:cs typeface="Arial" panose="020B0604020202020204" pitchFamily="34" charset="0"/>
              </a:rPr>
              <a:t>유해한 주제 다소 높음</a:t>
            </a:r>
            <a:endParaRPr lang="en-US" altLang="ko-KR" dirty="0">
              <a:cs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dirty="0">
                <a:cs typeface="Arial" panose="020B0604020202020204" pitchFamily="34" charset="0"/>
              </a:rPr>
              <a:t> </a:t>
            </a:r>
            <a:r>
              <a:rPr lang="ko-KR" altLang="en-US" dirty="0">
                <a:cs typeface="Arial" panose="020B0604020202020204" pitchFamily="34" charset="0"/>
              </a:rPr>
              <a:t>선정성 보통</a:t>
            </a:r>
            <a:endParaRPr lang="en-US" altLang="ko-KR" dirty="0">
              <a:cs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dirty="0">
                <a:cs typeface="Arial" panose="020B0604020202020204" pitchFamily="34" charset="0"/>
              </a:rPr>
              <a:t> </a:t>
            </a:r>
            <a:r>
              <a:rPr lang="ko-KR" altLang="en-US" dirty="0">
                <a:cs typeface="Arial" panose="020B0604020202020204" pitchFamily="34" charset="0"/>
              </a:rPr>
              <a:t>공포 높음</a:t>
            </a:r>
            <a:endParaRPr lang="en-US" altLang="ko-KR" dirty="0">
              <a:cs typeface="Arial" panose="020B0604020202020204" pitchFamily="34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CB71EC1-7F9A-4690-8A63-FCC1C4BA7658}"/>
              </a:ext>
            </a:extLst>
          </p:cNvPr>
          <p:cNvSpPr/>
          <p:nvPr/>
        </p:nvSpPr>
        <p:spPr>
          <a:xfrm>
            <a:off x="1445965" y="3405924"/>
            <a:ext cx="4300493" cy="93145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73A4A60-F902-4870-BD95-8272A63D9249}"/>
              </a:ext>
            </a:extLst>
          </p:cNvPr>
          <p:cNvSpPr/>
          <p:nvPr/>
        </p:nvSpPr>
        <p:spPr>
          <a:xfrm>
            <a:off x="1445965" y="3499069"/>
            <a:ext cx="4300493" cy="93145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3C6BCFC-464B-4E9F-9F4A-59A771179A89}"/>
              </a:ext>
            </a:extLst>
          </p:cNvPr>
          <p:cNvSpPr/>
          <p:nvPr/>
        </p:nvSpPr>
        <p:spPr>
          <a:xfrm>
            <a:off x="1445965" y="3718330"/>
            <a:ext cx="4300493" cy="93145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8D028FB-CE61-46E5-8B4C-1839ACD19D18}"/>
              </a:ext>
            </a:extLst>
          </p:cNvPr>
          <p:cNvSpPr/>
          <p:nvPr/>
        </p:nvSpPr>
        <p:spPr>
          <a:xfrm>
            <a:off x="1445965" y="4622497"/>
            <a:ext cx="4300493" cy="93145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44036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11C05F28-5E51-434F-A9CC-272F7811B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90" y="1850599"/>
            <a:ext cx="4636015" cy="32400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886FC79-9F92-4065-AA27-325192205294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0">
            <a:extLst>
              <a:ext uri="{FF2B5EF4-FFF2-40B4-BE49-F238E27FC236}">
                <a16:creationId xmlns:a16="http://schemas.microsoft.com/office/drawing/2014/main" id="{28D6FD54-83FF-431E-A4E9-64B6E02B61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96A9C4E-00B3-4809-97A2-A5C29FDCDF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C9FC584-2B1A-49A5-83F0-FA6C3A5655A5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35A597BA-5A42-47FC-8C67-C7A9F8B7045F}"/>
              </a:ext>
            </a:extLst>
          </p:cNvPr>
          <p:cNvSpPr/>
          <p:nvPr/>
        </p:nvSpPr>
        <p:spPr>
          <a:xfrm>
            <a:off x="1296216" y="727314"/>
            <a:ext cx="617677" cy="507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03</a:t>
            </a:r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BB2E97A-658A-4C0D-A24C-7D10456EB1F7}"/>
              </a:ext>
            </a:extLst>
          </p:cNvPr>
          <p:cNvGrpSpPr/>
          <p:nvPr/>
        </p:nvGrpSpPr>
        <p:grpSpPr>
          <a:xfrm>
            <a:off x="2258189" y="1196723"/>
            <a:ext cx="1189686" cy="45719"/>
            <a:chOff x="5844109" y="887373"/>
            <a:chExt cx="457200" cy="53340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EEF9A06A-48E0-4B35-8F12-EC78C8BDBD44}"/>
                </a:ext>
              </a:extLst>
            </p:cNvPr>
            <p:cNvCxnSpPr/>
            <p:nvPr/>
          </p:nvCxnSpPr>
          <p:spPr>
            <a:xfrm>
              <a:off x="5844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6D953694-655E-4D03-B3C8-57CBB19FE5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03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73638CBB-505A-46F8-8920-0415D5C21ACC}"/>
                </a:ext>
              </a:extLst>
            </p:cNvPr>
            <p:cNvCxnSpPr/>
            <p:nvPr/>
          </p:nvCxnSpPr>
          <p:spPr>
            <a:xfrm>
              <a:off x="59965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9A163BDE-C937-44FB-B416-4A09C3560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27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E3B96E44-CFEF-4F61-8F4F-C2DEA355D2F6}"/>
                </a:ext>
              </a:extLst>
            </p:cNvPr>
            <p:cNvCxnSpPr/>
            <p:nvPr/>
          </p:nvCxnSpPr>
          <p:spPr>
            <a:xfrm>
              <a:off x="61489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56E19B0-0FB5-4592-AFA5-BF6571B087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2152995" y="727314"/>
            <a:ext cx="6683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드라마</a:t>
            </a:r>
            <a:r>
              <a:rPr lang="en-US" altLang="ko-KR" dirty="0"/>
              <a:t> &amp; </a:t>
            </a:r>
            <a:r>
              <a:rPr lang="ko-KR" altLang="en-US" dirty="0"/>
              <a:t>영화 </a:t>
            </a:r>
            <a:r>
              <a:rPr lang="en-US" altLang="ko-KR" dirty="0"/>
              <a:t>ANOVA</a:t>
            </a:r>
            <a:r>
              <a:rPr lang="ko-KR" altLang="en-US" dirty="0"/>
              <a:t> 결과</a:t>
            </a:r>
            <a:r>
              <a:rPr lang="en-US" altLang="ko-KR" dirty="0"/>
              <a:t>(</a:t>
            </a:r>
            <a:r>
              <a:rPr lang="ko-KR" altLang="en-US" dirty="0"/>
              <a:t>성공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AFEB759-2833-4910-8E91-C802480E74FF}"/>
              </a:ext>
            </a:extLst>
          </p:cNvPr>
          <p:cNvSpPr txBox="1"/>
          <p:nvPr/>
        </p:nvSpPr>
        <p:spPr>
          <a:xfrm>
            <a:off x="992190" y="5122060"/>
            <a:ext cx="51038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dirty="0">
                <a:cs typeface="Arial" panose="020B0604020202020204" pitchFamily="34" charset="0"/>
              </a:rPr>
              <a:t>► </a:t>
            </a:r>
            <a:r>
              <a:rPr lang="ko-KR" altLang="en-US" dirty="0">
                <a:cs typeface="Arial" panose="020B0604020202020204" pitchFamily="34" charset="0"/>
              </a:rPr>
              <a:t>평점 </a:t>
            </a:r>
            <a:r>
              <a:rPr lang="en-US" altLang="ko-KR" dirty="0">
                <a:cs typeface="Arial" panose="020B0604020202020204" pitchFamily="34" charset="0"/>
              </a:rPr>
              <a:t>6.5</a:t>
            </a:r>
            <a:r>
              <a:rPr lang="ko-KR" altLang="en-US" dirty="0">
                <a:cs typeface="Arial" panose="020B0604020202020204" pitchFamily="34" charset="0"/>
              </a:rPr>
              <a:t>이상 데이터 유의한 </a:t>
            </a:r>
            <a:r>
              <a:rPr lang="en-US" altLang="ko-KR" dirty="0">
                <a:cs typeface="Arial" panose="020B0604020202020204" pitchFamily="34" charset="0"/>
              </a:rPr>
              <a:t>factor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dirty="0">
                <a:cs typeface="Arial" panose="020B0604020202020204" pitchFamily="34" charset="0"/>
              </a:rPr>
              <a:t> </a:t>
            </a:r>
            <a:r>
              <a:rPr lang="ko-KR" altLang="en-US" dirty="0">
                <a:cs typeface="Arial" panose="020B0604020202020204" pitchFamily="34" charset="0"/>
              </a:rPr>
              <a:t>유해한 주제</a:t>
            </a:r>
            <a:r>
              <a:rPr lang="en-US" altLang="ko-KR" dirty="0">
                <a:cs typeface="Arial" panose="020B0604020202020204" pitchFamily="34" charset="0"/>
              </a:rPr>
              <a:t>, </a:t>
            </a:r>
            <a:r>
              <a:rPr lang="ko-KR" altLang="en-US" dirty="0">
                <a:cs typeface="Arial" panose="020B0604020202020204" pitchFamily="34" charset="0"/>
              </a:rPr>
              <a:t>선정적 정도</a:t>
            </a:r>
            <a:r>
              <a:rPr lang="en-US" altLang="ko-KR" dirty="0">
                <a:cs typeface="Arial" panose="020B0604020202020204" pitchFamily="34" charset="0"/>
              </a:rPr>
              <a:t>, </a:t>
            </a:r>
            <a:r>
              <a:rPr lang="ko-KR" altLang="en-US" dirty="0">
                <a:cs typeface="Arial" panose="020B0604020202020204" pitchFamily="34" charset="0"/>
              </a:rPr>
              <a:t>공포</a:t>
            </a:r>
            <a:endParaRPr lang="en-US" altLang="ko-KR" dirty="0">
              <a:cs typeface="Arial" panose="020B0604020202020204" pitchFamily="34" charset="0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86E3E485-9CC5-4367-ABC6-1974ED9D04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5097" y="1851354"/>
            <a:ext cx="5049451" cy="32400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AF47375A-E223-4207-9ED9-2F4F8A537674}"/>
              </a:ext>
            </a:extLst>
          </p:cNvPr>
          <p:cNvSpPr/>
          <p:nvPr/>
        </p:nvSpPr>
        <p:spPr>
          <a:xfrm>
            <a:off x="992190" y="3936267"/>
            <a:ext cx="4125094" cy="187014"/>
          </a:xfrm>
          <a:prstGeom prst="rect">
            <a:avLst/>
          </a:prstGeom>
          <a:noFill/>
          <a:ln w="254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B24F631-AEE2-405C-A477-8DC41126E2A1}"/>
              </a:ext>
            </a:extLst>
          </p:cNvPr>
          <p:cNvSpPr/>
          <p:nvPr/>
        </p:nvSpPr>
        <p:spPr>
          <a:xfrm>
            <a:off x="992190" y="3348070"/>
            <a:ext cx="4125094" cy="187014"/>
          </a:xfrm>
          <a:prstGeom prst="rect">
            <a:avLst/>
          </a:prstGeom>
          <a:noFill/>
          <a:ln w="254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2A4986D-4DE9-4D60-97C0-75803A19452C}"/>
              </a:ext>
            </a:extLst>
          </p:cNvPr>
          <p:cNvSpPr/>
          <p:nvPr/>
        </p:nvSpPr>
        <p:spPr>
          <a:xfrm>
            <a:off x="992190" y="3161919"/>
            <a:ext cx="4125094" cy="187014"/>
          </a:xfrm>
          <a:prstGeom prst="rect">
            <a:avLst/>
          </a:prstGeom>
          <a:noFill/>
          <a:ln w="254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21291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886FC79-9F92-4065-AA27-325192205294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0">
            <a:extLst>
              <a:ext uri="{FF2B5EF4-FFF2-40B4-BE49-F238E27FC236}">
                <a16:creationId xmlns:a16="http://schemas.microsoft.com/office/drawing/2014/main" id="{28D6FD54-83FF-431E-A4E9-64B6E02B61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96A9C4E-00B3-4809-97A2-A5C29FDCD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C9FC584-2B1A-49A5-83F0-FA6C3A5655A5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35A597BA-5A42-47FC-8C67-C7A9F8B7045F}"/>
              </a:ext>
            </a:extLst>
          </p:cNvPr>
          <p:cNvSpPr/>
          <p:nvPr/>
        </p:nvSpPr>
        <p:spPr>
          <a:xfrm>
            <a:off x="1296216" y="727314"/>
            <a:ext cx="617677" cy="507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03</a:t>
            </a:r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BB2E97A-658A-4C0D-A24C-7D10456EB1F7}"/>
              </a:ext>
            </a:extLst>
          </p:cNvPr>
          <p:cNvGrpSpPr/>
          <p:nvPr/>
        </p:nvGrpSpPr>
        <p:grpSpPr>
          <a:xfrm>
            <a:off x="2258189" y="1196723"/>
            <a:ext cx="1189686" cy="45719"/>
            <a:chOff x="5844109" y="887373"/>
            <a:chExt cx="457200" cy="53340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EEF9A06A-48E0-4B35-8F12-EC78C8BDBD44}"/>
                </a:ext>
              </a:extLst>
            </p:cNvPr>
            <p:cNvCxnSpPr/>
            <p:nvPr/>
          </p:nvCxnSpPr>
          <p:spPr>
            <a:xfrm>
              <a:off x="5844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6D953694-655E-4D03-B3C8-57CBB19FE5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03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73638CBB-505A-46F8-8920-0415D5C21ACC}"/>
                </a:ext>
              </a:extLst>
            </p:cNvPr>
            <p:cNvCxnSpPr/>
            <p:nvPr/>
          </p:nvCxnSpPr>
          <p:spPr>
            <a:xfrm>
              <a:off x="59965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9A163BDE-C937-44FB-B416-4A09C3560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27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E3B96E44-CFEF-4F61-8F4F-C2DEA355D2F6}"/>
                </a:ext>
              </a:extLst>
            </p:cNvPr>
            <p:cNvCxnSpPr/>
            <p:nvPr/>
          </p:nvCxnSpPr>
          <p:spPr>
            <a:xfrm>
              <a:off x="61489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56E19B0-0FB5-4592-AFA5-BF6571B087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2152995" y="727314"/>
            <a:ext cx="6683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드라마</a:t>
            </a:r>
            <a:r>
              <a:rPr lang="en-US" altLang="ko-KR" dirty="0"/>
              <a:t> &amp; </a:t>
            </a:r>
            <a:r>
              <a:rPr lang="ko-KR" altLang="en-US" dirty="0"/>
              <a:t>영화 일반회귀 결과</a:t>
            </a:r>
            <a:r>
              <a:rPr lang="en-US" altLang="ko-KR" dirty="0"/>
              <a:t>(</a:t>
            </a:r>
            <a:r>
              <a:rPr lang="ko-KR" altLang="en-US" dirty="0"/>
              <a:t>실패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F17EEAAF-14ED-404E-B859-30332FCD36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6216" y="1398578"/>
            <a:ext cx="4370351" cy="46800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9BC3347D-5E5C-4E29-92B4-4E9063A1F365}"/>
              </a:ext>
            </a:extLst>
          </p:cNvPr>
          <p:cNvSpPr/>
          <p:nvPr/>
        </p:nvSpPr>
        <p:spPr>
          <a:xfrm>
            <a:off x="1312606" y="3655708"/>
            <a:ext cx="4300493" cy="93145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7994261-F5D5-44E0-993D-D4315138B515}"/>
              </a:ext>
            </a:extLst>
          </p:cNvPr>
          <p:cNvSpPr/>
          <p:nvPr/>
        </p:nvSpPr>
        <p:spPr>
          <a:xfrm>
            <a:off x="1312606" y="3445804"/>
            <a:ext cx="4300493" cy="93145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4BAD37A-E909-43FE-80CC-9AAF6DA01083}"/>
              </a:ext>
            </a:extLst>
          </p:cNvPr>
          <p:cNvSpPr/>
          <p:nvPr/>
        </p:nvSpPr>
        <p:spPr>
          <a:xfrm>
            <a:off x="1312606" y="2493304"/>
            <a:ext cx="4300493" cy="93145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514291-4770-493D-AE8E-238A59F0E35F}"/>
              </a:ext>
            </a:extLst>
          </p:cNvPr>
          <p:cNvSpPr txBox="1"/>
          <p:nvPr/>
        </p:nvSpPr>
        <p:spPr>
          <a:xfrm>
            <a:off x="6272689" y="1477596"/>
            <a:ext cx="48762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dirty="0">
                <a:cs typeface="Arial" panose="020B0604020202020204" pitchFamily="34" charset="0"/>
              </a:rPr>
              <a:t>► </a:t>
            </a:r>
            <a:r>
              <a:rPr lang="ko-KR" altLang="en-US" dirty="0">
                <a:cs typeface="Arial" panose="020B0604020202020204" pitchFamily="34" charset="0"/>
              </a:rPr>
              <a:t>평점 </a:t>
            </a:r>
            <a:r>
              <a:rPr lang="en-US" altLang="ko-KR" dirty="0">
                <a:cs typeface="Arial" panose="020B0604020202020204" pitchFamily="34" charset="0"/>
              </a:rPr>
              <a:t>6.5</a:t>
            </a:r>
            <a:r>
              <a:rPr lang="ko-KR" altLang="en-US" dirty="0">
                <a:cs typeface="Arial" panose="020B0604020202020204" pitchFamily="34" charset="0"/>
              </a:rPr>
              <a:t>미만 데이터 유의한 </a:t>
            </a:r>
            <a:r>
              <a:rPr lang="en-US" altLang="ko-KR" dirty="0">
                <a:cs typeface="Arial" panose="020B0604020202020204" pitchFamily="34" charset="0"/>
              </a:rPr>
              <a:t>factor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dirty="0">
                <a:cs typeface="Arial" panose="020B0604020202020204" pitchFamily="34" charset="0"/>
              </a:rPr>
              <a:t> </a:t>
            </a:r>
            <a:r>
              <a:rPr lang="ko-KR" altLang="en-US" dirty="0">
                <a:cs typeface="Arial" panose="020B0604020202020204" pitchFamily="34" charset="0"/>
              </a:rPr>
              <a:t>러닝타임</a:t>
            </a:r>
            <a:r>
              <a:rPr lang="en-US" altLang="ko-KR" dirty="0">
                <a:cs typeface="Arial" panose="020B0604020202020204" pitchFamily="34" charset="0"/>
              </a:rPr>
              <a:t>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dirty="0">
                <a:cs typeface="Arial" panose="020B0604020202020204" pitchFamily="34" charset="0"/>
              </a:rPr>
              <a:t> 유해한 주제 보통</a:t>
            </a:r>
            <a:endParaRPr lang="en-US" altLang="ko-KR" dirty="0">
              <a:cs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dirty="0">
                <a:cs typeface="Arial" panose="020B0604020202020204" pitchFamily="34" charset="0"/>
              </a:rPr>
              <a:t> </a:t>
            </a:r>
            <a:r>
              <a:rPr lang="ko-KR" altLang="en-US" dirty="0">
                <a:cs typeface="Arial" panose="020B0604020202020204" pitchFamily="34" charset="0"/>
              </a:rPr>
              <a:t>선정성 다소 높음</a:t>
            </a:r>
            <a:endParaRPr lang="en-US" altLang="ko-KR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3095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그림 26">
            <a:extLst>
              <a:ext uri="{FF2B5EF4-FFF2-40B4-BE49-F238E27FC236}">
                <a16:creationId xmlns:a16="http://schemas.microsoft.com/office/drawing/2014/main" id="{3905D571-0819-4D48-B342-8F611FE15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339" y="1979683"/>
            <a:ext cx="4630065" cy="32400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886FC79-9F92-4065-AA27-325192205294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0">
            <a:extLst>
              <a:ext uri="{FF2B5EF4-FFF2-40B4-BE49-F238E27FC236}">
                <a16:creationId xmlns:a16="http://schemas.microsoft.com/office/drawing/2014/main" id="{28D6FD54-83FF-431E-A4E9-64B6E02B61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96A9C4E-00B3-4809-97A2-A5C29FDCDF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C9FC584-2B1A-49A5-83F0-FA6C3A5655A5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35A597BA-5A42-47FC-8C67-C7A9F8B7045F}"/>
              </a:ext>
            </a:extLst>
          </p:cNvPr>
          <p:cNvSpPr/>
          <p:nvPr/>
        </p:nvSpPr>
        <p:spPr>
          <a:xfrm>
            <a:off x="1296216" y="727314"/>
            <a:ext cx="617677" cy="507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03</a:t>
            </a:r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BB2E97A-658A-4C0D-A24C-7D10456EB1F7}"/>
              </a:ext>
            </a:extLst>
          </p:cNvPr>
          <p:cNvGrpSpPr/>
          <p:nvPr/>
        </p:nvGrpSpPr>
        <p:grpSpPr>
          <a:xfrm>
            <a:off x="2258189" y="1196723"/>
            <a:ext cx="1189686" cy="45719"/>
            <a:chOff x="5844109" y="887373"/>
            <a:chExt cx="457200" cy="53340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EEF9A06A-48E0-4B35-8F12-EC78C8BDBD44}"/>
                </a:ext>
              </a:extLst>
            </p:cNvPr>
            <p:cNvCxnSpPr/>
            <p:nvPr/>
          </p:nvCxnSpPr>
          <p:spPr>
            <a:xfrm>
              <a:off x="5844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6D953694-655E-4D03-B3C8-57CBB19FE5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03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73638CBB-505A-46F8-8920-0415D5C21ACC}"/>
                </a:ext>
              </a:extLst>
            </p:cNvPr>
            <p:cNvCxnSpPr/>
            <p:nvPr/>
          </p:nvCxnSpPr>
          <p:spPr>
            <a:xfrm>
              <a:off x="59965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9A163BDE-C937-44FB-B416-4A09C3560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27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E3B96E44-CFEF-4F61-8F4F-C2DEA355D2F6}"/>
                </a:ext>
              </a:extLst>
            </p:cNvPr>
            <p:cNvCxnSpPr/>
            <p:nvPr/>
          </p:nvCxnSpPr>
          <p:spPr>
            <a:xfrm>
              <a:off x="61489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56E19B0-0FB5-4592-AFA5-BF6571B087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2152995" y="727314"/>
            <a:ext cx="6683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드라마</a:t>
            </a:r>
            <a:r>
              <a:rPr lang="en-US" altLang="ko-KR" dirty="0"/>
              <a:t> &amp; </a:t>
            </a:r>
            <a:r>
              <a:rPr lang="ko-KR" altLang="en-US" dirty="0"/>
              <a:t>영화 </a:t>
            </a:r>
            <a:r>
              <a:rPr lang="en-US" altLang="ko-KR" dirty="0"/>
              <a:t>ANOVA</a:t>
            </a:r>
            <a:r>
              <a:rPr lang="ko-KR" altLang="en-US" dirty="0"/>
              <a:t> 결과</a:t>
            </a:r>
            <a:r>
              <a:rPr lang="en-US" altLang="ko-KR" dirty="0"/>
              <a:t>(</a:t>
            </a:r>
            <a:r>
              <a:rPr lang="ko-KR" altLang="en-US" dirty="0"/>
              <a:t>실패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DEDC8F0D-4183-4DEC-9D22-9A343C6FFC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2597" y="1979683"/>
            <a:ext cx="5070638" cy="32400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20D2478-7ED0-4686-8642-B1481D250A39}"/>
              </a:ext>
            </a:extLst>
          </p:cNvPr>
          <p:cNvSpPr txBox="1"/>
          <p:nvPr/>
        </p:nvSpPr>
        <p:spPr>
          <a:xfrm>
            <a:off x="918942" y="5315554"/>
            <a:ext cx="4264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dirty="0">
                <a:cs typeface="Arial" panose="020B0604020202020204" pitchFamily="34" charset="0"/>
              </a:rPr>
              <a:t>► </a:t>
            </a:r>
            <a:r>
              <a:rPr lang="ko-KR" altLang="en-US" dirty="0">
                <a:cs typeface="Arial" panose="020B0604020202020204" pitchFamily="34" charset="0"/>
              </a:rPr>
              <a:t>평점 </a:t>
            </a:r>
            <a:r>
              <a:rPr lang="en-US" altLang="ko-KR" dirty="0">
                <a:cs typeface="Arial" panose="020B0604020202020204" pitchFamily="34" charset="0"/>
              </a:rPr>
              <a:t>6.5</a:t>
            </a:r>
            <a:r>
              <a:rPr lang="ko-KR" altLang="en-US" dirty="0">
                <a:cs typeface="Arial" panose="020B0604020202020204" pitchFamily="34" charset="0"/>
              </a:rPr>
              <a:t>미만 데이터 유의한 </a:t>
            </a:r>
            <a:r>
              <a:rPr lang="en-US" altLang="ko-KR" dirty="0">
                <a:cs typeface="Arial" panose="020B0604020202020204" pitchFamily="34" charset="0"/>
              </a:rPr>
              <a:t>factor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dirty="0">
                <a:cs typeface="Arial" panose="020B0604020202020204" pitchFamily="34" charset="0"/>
              </a:rPr>
              <a:t> 러닝타임</a:t>
            </a:r>
            <a:r>
              <a:rPr lang="en-US" altLang="ko-KR" dirty="0">
                <a:cs typeface="Arial" panose="020B0604020202020204" pitchFamily="34" charset="0"/>
              </a:rPr>
              <a:t>, </a:t>
            </a:r>
            <a:r>
              <a:rPr lang="ko-KR" altLang="en-US" dirty="0">
                <a:cs typeface="Arial" panose="020B0604020202020204" pitchFamily="34" charset="0"/>
              </a:rPr>
              <a:t>감독 수상개수</a:t>
            </a:r>
            <a:r>
              <a:rPr lang="en-US" altLang="ko-KR" dirty="0">
                <a:cs typeface="Arial" panose="020B0604020202020204" pitchFamily="34" charset="0"/>
              </a:rPr>
              <a:t>, </a:t>
            </a:r>
            <a:r>
              <a:rPr lang="ko-KR" altLang="en-US" dirty="0">
                <a:cs typeface="Arial" panose="020B0604020202020204" pitchFamily="34" charset="0"/>
              </a:rPr>
              <a:t>유해한 주제</a:t>
            </a:r>
            <a:r>
              <a:rPr lang="en-US" altLang="ko-KR" dirty="0">
                <a:cs typeface="Arial" panose="020B0604020202020204" pitchFamily="34" charset="0"/>
              </a:rPr>
              <a:t> 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E85239D-EEAD-4543-894A-AD05789E64AD}"/>
              </a:ext>
            </a:extLst>
          </p:cNvPr>
          <p:cNvSpPr/>
          <p:nvPr/>
        </p:nvSpPr>
        <p:spPr>
          <a:xfrm>
            <a:off x="923429" y="2750281"/>
            <a:ext cx="4264741" cy="188467"/>
          </a:xfrm>
          <a:prstGeom prst="rect">
            <a:avLst/>
          </a:prstGeom>
          <a:noFill/>
          <a:ln w="254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3EC1C1E-5C7B-48C5-BCCD-9C3B94D877A5}"/>
              </a:ext>
            </a:extLst>
          </p:cNvPr>
          <p:cNvSpPr/>
          <p:nvPr/>
        </p:nvSpPr>
        <p:spPr>
          <a:xfrm>
            <a:off x="923429" y="2941987"/>
            <a:ext cx="4264741" cy="188467"/>
          </a:xfrm>
          <a:prstGeom prst="rect">
            <a:avLst/>
          </a:prstGeom>
          <a:noFill/>
          <a:ln w="254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8E11E92-2007-4DF5-81DB-CADFEA6130BC}"/>
              </a:ext>
            </a:extLst>
          </p:cNvPr>
          <p:cNvSpPr/>
          <p:nvPr/>
        </p:nvSpPr>
        <p:spPr>
          <a:xfrm>
            <a:off x="923429" y="3334766"/>
            <a:ext cx="4264741" cy="188467"/>
          </a:xfrm>
          <a:prstGeom prst="rect">
            <a:avLst/>
          </a:prstGeom>
          <a:noFill/>
          <a:ln w="254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6719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886FC79-9F92-4065-AA27-325192205294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0">
            <a:extLst>
              <a:ext uri="{FF2B5EF4-FFF2-40B4-BE49-F238E27FC236}">
                <a16:creationId xmlns:a16="http://schemas.microsoft.com/office/drawing/2014/main" id="{28D6FD54-83FF-431E-A4E9-64B6E02B61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96A9C4E-00B3-4809-97A2-A5C29FDCD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C9FC584-2B1A-49A5-83F0-FA6C3A5655A5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35A597BA-5A42-47FC-8C67-C7A9F8B7045F}"/>
              </a:ext>
            </a:extLst>
          </p:cNvPr>
          <p:cNvSpPr/>
          <p:nvPr/>
        </p:nvSpPr>
        <p:spPr>
          <a:xfrm>
            <a:off x="1296216" y="739222"/>
            <a:ext cx="617677" cy="507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04</a:t>
            </a:r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BB2E97A-658A-4C0D-A24C-7D10456EB1F7}"/>
              </a:ext>
            </a:extLst>
          </p:cNvPr>
          <p:cNvGrpSpPr/>
          <p:nvPr/>
        </p:nvGrpSpPr>
        <p:grpSpPr>
          <a:xfrm>
            <a:off x="2258189" y="1208631"/>
            <a:ext cx="1189686" cy="45719"/>
            <a:chOff x="5844109" y="887373"/>
            <a:chExt cx="457200" cy="53340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EEF9A06A-48E0-4B35-8F12-EC78C8BDBD44}"/>
                </a:ext>
              </a:extLst>
            </p:cNvPr>
            <p:cNvCxnSpPr/>
            <p:nvPr/>
          </p:nvCxnSpPr>
          <p:spPr>
            <a:xfrm>
              <a:off x="5844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6D953694-655E-4D03-B3C8-57CBB19FE5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03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73638CBB-505A-46F8-8920-0415D5C21ACC}"/>
                </a:ext>
              </a:extLst>
            </p:cNvPr>
            <p:cNvCxnSpPr/>
            <p:nvPr/>
          </p:nvCxnSpPr>
          <p:spPr>
            <a:xfrm>
              <a:off x="59965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9A163BDE-C937-44FB-B416-4A09C3560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27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E3B96E44-CFEF-4F61-8F4F-C2DEA355D2F6}"/>
                </a:ext>
              </a:extLst>
            </p:cNvPr>
            <p:cNvCxnSpPr/>
            <p:nvPr/>
          </p:nvCxnSpPr>
          <p:spPr>
            <a:xfrm>
              <a:off x="61489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56E19B0-0FB5-4592-AFA5-BF6571B087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2152995" y="739222"/>
            <a:ext cx="6683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드라마 일반회귀 결과</a:t>
            </a:r>
            <a:r>
              <a:rPr lang="en-US" altLang="ko-KR" dirty="0"/>
              <a:t>(</a:t>
            </a:r>
            <a:r>
              <a:rPr lang="ko-KR" altLang="en-US" dirty="0"/>
              <a:t>성공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8B19ED5-62A2-433D-A566-01094EDD27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1258" y="1477430"/>
            <a:ext cx="4319365" cy="46800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0D41B77E-73F4-460E-A4BC-19A645990845}"/>
              </a:ext>
            </a:extLst>
          </p:cNvPr>
          <p:cNvSpPr/>
          <p:nvPr/>
        </p:nvSpPr>
        <p:spPr>
          <a:xfrm>
            <a:off x="1310693" y="4463747"/>
            <a:ext cx="4300493" cy="93145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B88556E-265E-4FDC-9D51-045CA63F3A7C}"/>
              </a:ext>
            </a:extLst>
          </p:cNvPr>
          <p:cNvSpPr/>
          <p:nvPr/>
        </p:nvSpPr>
        <p:spPr>
          <a:xfrm>
            <a:off x="1310693" y="4240667"/>
            <a:ext cx="4300493" cy="93145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0614A0E-631B-41B5-81CF-BB8B7B7DAE2C}"/>
              </a:ext>
            </a:extLst>
          </p:cNvPr>
          <p:cNvSpPr txBox="1"/>
          <p:nvPr/>
        </p:nvSpPr>
        <p:spPr>
          <a:xfrm>
            <a:off x="6272689" y="1477596"/>
            <a:ext cx="48762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dirty="0">
                <a:cs typeface="Arial" panose="020B0604020202020204" pitchFamily="34" charset="0"/>
              </a:rPr>
              <a:t>► </a:t>
            </a:r>
            <a:r>
              <a:rPr lang="ko-KR" altLang="en-US" dirty="0">
                <a:cs typeface="Arial" panose="020B0604020202020204" pitchFamily="34" charset="0"/>
              </a:rPr>
              <a:t>평점 </a:t>
            </a:r>
            <a:r>
              <a:rPr lang="en-US" altLang="ko-KR" dirty="0">
                <a:cs typeface="Arial" panose="020B0604020202020204" pitchFamily="34" charset="0"/>
              </a:rPr>
              <a:t>7.35</a:t>
            </a:r>
            <a:r>
              <a:rPr lang="ko-KR" altLang="en-US" dirty="0">
                <a:cs typeface="Arial" panose="020B0604020202020204" pitchFamily="34" charset="0"/>
              </a:rPr>
              <a:t>이상 데이터 유의한 </a:t>
            </a:r>
            <a:r>
              <a:rPr lang="en-US" altLang="ko-KR" dirty="0">
                <a:cs typeface="Arial" panose="020B0604020202020204" pitchFamily="34" charset="0"/>
              </a:rPr>
              <a:t>factor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dirty="0">
                <a:cs typeface="Arial" panose="020B0604020202020204" pitchFamily="34" charset="0"/>
              </a:rPr>
              <a:t> </a:t>
            </a:r>
            <a:r>
              <a:rPr lang="ko-KR" altLang="en-US" dirty="0">
                <a:cs typeface="Arial" panose="020B0604020202020204" pitchFamily="34" charset="0"/>
              </a:rPr>
              <a:t>폭력성 다소 높음</a:t>
            </a:r>
            <a:r>
              <a:rPr lang="en-US" altLang="ko-KR" dirty="0">
                <a:cs typeface="Arial" panose="020B0604020202020204" pitchFamily="34" charset="0"/>
              </a:rPr>
              <a:t>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dirty="0">
                <a:cs typeface="Arial" panose="020B0604020202020204" pitchFamily="34" charset="0"/>
              </a:rPr>
              <a:t> </a:t>
            </a:r>
            <a:r>
              <a:rPr lang="ko-KR" altLang="en-US" dirty="0">
                <a:cs typeface="Arial" panose="020B0604020202020204" pitchFamily="34" charset="0"/>
              </a:rPr>
              <a:t>공포 높음</a:t>
            </a:r>
            <a:endParaRPr lang="en-US" altLang="ko-KR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9598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886FC79-9F92-4065-AA27-325192205294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0">
            <a:extLst>
              <a:ext uri="{FF2B5EF4-FFF2-40B4-BE49-F238E27FC236}">
                <a16:creationId xmlns:a16="http://schemas.microsoft.com/office/drawing/2014/main" id="{28D6FD54-83FF-431E-A4E9-64B6E02B61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96A9C4E-00B3-4809-97A2-A5C29FDCD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C9FC584-2B1A-49A5-83F0-FA6C3A5655A5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35A597BA-5A42-47FC-8C67-C7A9F8B7045F}"/>
              </a:ext>
            </a:extLst>
          </p:cNvPr>
          <p:cNvSpPr/>
          <p:nvPr/>
        </p:nvSpPr>
        <p:spPr>
          <a:xfrm>
            <a:off x="1296216" y="739222"/>
            <a:ext cx="617677" cy="507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04</a:t>
            </a:r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BB2E97A-658A-4C0D-A24C-7D10456EB1F7}"/>
              </a:ext>
            </a:extLst>
          </p:cNvPr>
          <p:cNvGrpSpPr/>
          <p:nvPr/>
        </p:nvGrpSpPr>
        <p:grpSpPr>
          <a:xfrm>
            <a:off x="2258189" y="1208631"/>
            <a:ext cx="1189686" cy="45719"/>
            <a:chOff x="5844109" y="887373"/>
            <a:chExt cx="457200" cy="53340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EEF9A06A-48E0-4B35-8F12-EC78C8BDBD44}"/>
                </a:ext>
              </a:extLst>
            </p:cNvPr>
            <p:cNvCxnSpPr/>
            <p:nvPr/>
          </p:nvCxnSpPr>
          <p:spPr>
            <a:xfrm>
              <a:off x="5844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6D953694-655E-4D03-B3C8-57CBB19FE5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03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73638CBB-505A-46F8-8920-0415D5C21ACC}"/>
                </a:ext>
              </a:extLst>
            </p:cNvPr>
            <p:cNvCxnSpPr/>
            <p:nvPr/>
          </p:nvCxnSpPr>
          <p:spPr>
            <a:xfrm>
              <a:off x="59965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9A163BDE-C937-44FB-B416-4A09C3560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27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E3B96E44-CFEF-4F61-8F4F-C2DEA355D2F6}"/>
                </a:ext>
              </a:extLst>
            </p:cNvPr>
            <p:cNvCxnSpPr/>
            <p:nvPr/>
          </p:nvCxnSpPr>
          <p:spPr>
            <a:xfrm>
              <a:off x="61489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56E19B0-0FB5-4592-AFA5-BF6571B087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2152995" y="739222"/>
            <a:ext cx="6683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드라마 </a:t>
            </a:r>
            <a:r>
              <a:rPr lang="en-US" altLang="ko-KR" dirty="0"/>
              <a:t>ANOVA</a:t>
            </a:r>
            <a:r>
              <a:rPr lang="ko-KR" altLang="en-US" dirty="0"/>
              <a:t> 결과</a:t>
            </a:r>
            <a:r>
              <a:rPr lang="en-US" altLang="ko-KR" dirty="0"/>
              <a:t>(</a:t>
            </a:r>
            <a:r>
              <a:rPr lang="ko-KR" altLang="en-US" dirty="0"/>
              <a:t>성공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BACA2CC3-BA9F-41E1-B515-CA6192D2CA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33" y="1987235"/>
            <a:ext cx="4954640" cy="32400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28B29FE3-A43F-40C3-80E3-7454632850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4229" y="1987235"/>
            <a:ext cx="5090331" cy="32400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22DDB8F-98AB-404D-B5F4-98DFEDBA137D}"/>
              </a:ext>
            </a:extLst>
          </p:cNvPr>
          <p:cNvSpPr txBox="1"/>
          <p:nvPr/>
        </p:nvSpPr>
        <p:spPr>
          <a:xfrm>
            <a:off x="673133" y="5230439"/>
            <a:ext cx="41525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dirty="0">
                <a:cs typeface="Arial" panose="020B0604020202020204" pitchFamily="34" charset="0"/>
              </a:rPr>
              <a:t>► </a:t>
            </a:r>
            <a:r>
              <a:rPr lang="ko-KR" altLang="en-US" dirty="0">
                <a:cs typeface="Arial" panose="020B0604020202020204" pitchFamily="34" charset="0"/>
              </a:rPr>
              <a:t>평점 </a:t>
            </a:r>
            <a:r>
              <a:rPr lang="en-US" altLang="ko-KR" dirty="0">
                <a:cs typeface="Arial" panose="020B0604020202020204" pitchFamily="34" charset="0"/>
              </a:rPr>
              <a:t>7.35</a:t>
            </a:r>
            <a:r>
              <a:rPr lang="ko-KR" altLang="en-US" dirty="0">
                <a:cs typeface="Arial" panose="020B0604020202020204" pitchFamily="34" charset="0"/>
              </a:rPr>
              <a:t>이상 데이터 유의한 </a:t>
            </a:r>
            <a:r>
              <a:rPr lang="en-US" altLang="ko-KR" dirty="0">
                <a:cs typeface="Arial" panose="020B0604020202020204" pitchFamily="34" charset="0"/>
              </a:rPr>
              <a:t>factor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dirty="0">
                <a:cs typeface="Arial" panose="020B0604020202020204" pitchFamily="34" charset="0"/>
              </a:rPr>
              <a:t> 연도</a:t>
            </a:r>
            <a:r>
              <a:rPr lang="en-US" altLang="ko-KR" dirty="0">
                <a:cs typeface="Arial" panose="020B0604020202020204" pitchFamily="34" charset="0"/>
              </a:rPr>
              <a:t>, </a:t>
            </a:r>
            <a:r>
              <a:rPr lang="ko-KR" altLang="en-US" dirty="0">
                <a:cs typeface="Arial" panose="020B0604020202020204" pitchFamily="34" charset="0"/>
              </a:rPr>
              <a:t>폭력성</a:t>
            </a:r>
            <a:endParaRPr lang="en-US" altLang="ko-KR" dirty="0">
              <a:cs typeface="Arial" panose="020B0604020202020204" pitchFamily="34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F2B4EA3-DABE-40E0-A058-EBD8273695F8}"/>
              </a:ext>
            </a:extLst>
          </p:cNvPr>
          <p:cNvSpPr/>
          <p:nvPr/>
        </p:nvSpPr>
        <p:spPr>
          <a:xfrm>
            <a:off x="673133" y="3196206"/>
            <a:ext cx="4511263" cy="201930"/>
          </a:xfrm>
          <a:prstGeom prst="rect">
            <a:avLst/>
          </a:prstGeom>
          <a:noFill/>
          <a:ln w="254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D6A1DBA-25CF-47E2-94D2-BBF100EE2E6C}"/>
              </a:ext>
            </a:extLst>
          </p:cNvPr>
          <p:cNvSpPr/>
          <p:nvPr/>
        </p:nvSpPr>
        <p:spPr>
          <a:xfrm>
            <a:off x="673133" y="3793013"/>
            <a:ext cx="4511263" cy="201930"/>
          </a:xfrm>
          <a:prstGeom prst="rect">
            <a:avLst/>
          </a:prstGeom>
          <a:noFill/>
          <a:ln w="254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023873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886FC79-9F92-4065-AA27-325192205294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0">
            <a:extLst>
              <a:ext uri="{FF2B5EF4-FFF2-40B4-BE49-F238E27FC236}">
                <a16:creationId xmlns:a16="http://schemas.microsoft.com/office/drawing/2014/main" id="{28D6FD54-83FF-431E-A4E9-64B6E02B61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96A9C4E-00B3-4809-97A2-A5C29FDCD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C9FC584-2B1A-49A5-83F0-FA6C3A5655A5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35A597BA-5A42-47FC-8C67-C7A9F8B7045F}"/>
              </a:ext>
            </a:extLst>
          </p:cNvPr>
          <p:cNvSpPr/>
          <p:nvPr/>
        </p:nvSpPr>
        <p:spPr>
          <a:xfrm>
            <a:off x="1296216" y="739222"/>
            <a:ext cx="617677" cy="507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04</a:t>
            </a:r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BB2E97A-658A-4C0D-A24C-7D10456EB1F7}"/>
              </a:ext>
            </a:extLst>
          </p:cNvPr>
          <p:cNvGrpSpPr/>
          <p:nvPr/>
        </p:nvGrpSpPr>
        <p:grpSpPr>
          <a:xfrm>
            <a:off x="2258189" y="1208631"/>
            <a:ext cx="1189686" cy="45719"/>
            <a:chOff x="5844109" y="887373"/>
            <a:chExt cx="457200" cy="53340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EEF9A06A-48E0-4B35-8F12-EC78C8BDBD44}"/>
                </a:ext>
              </a:extLst>
            </p:cNvPr>
            <p:cNvCxnSpPr/>
            <p:nvPr/>
          </p:nvCxnSpPr>
          <p:spPr>
            <a:xfrm>
              <a:off x="5844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6D953694-655E-4D03-B3C8-57CBB19FE5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03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73638CBB-505A-46F8-8920-0415D5C21ACC}"/>
                </a:ext>
              </a:extLst>
            </p:cNvPr>
            <p:cNvCxnSpPr/>
            <p:nvPr/>
          </p:nvCxnSpPr>
          <p:spPr>
            <a:xfrm>
              <a:off x="59965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9A163BDE-C937-44FB-B416-4A09C3560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27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E3B96E44-CFEF-4F61-8F4F-C2DEA355D2F6}"/>
                </a:ext>
              </a:extLst>
            </p:cNvPr>
            <p:cNvCxnSpPr/>
            <p:nvPr/>
          </p:nvCxnSpPr>
          <p:spPr>
            <a:xfrm>
              <a:off x="61489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56E19B0-0FB5-4592-AFA5-BF6571B087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2152995" y="739222"/>
            <a:ext cx="6683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드라마 일반회귀 결과</a:t>
            </a:r>
            <a:r>
              <a:rPr lang="en-US" altLang="ko-KR" dirty="0"/>
              <a:t>(</a:t>
            </a:r>
            <a:r>
              <a:rPr lang="ko-KR" altLang="en-US" dirty="0"/>
              <a:t>실패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48298AAB-A22F-4782-A008-A8E2C183CD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6437" y="1438778"/>
            <a:ext cx="4349354" cy="46800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6A583732-E5E0-4AAB-B5B0-FC4173EEC07B}"/>
              </a:ext>
            </a:extLst>
          </p:cNvPr>
          <p:cNvSpPr/>
          <p:nvPr/>
        </p:nvSpPr>
        <p:spPr>
          <a:xfrm>
            <a:off x="1296216" y="3429000"/>
            <a:ext cx="4300493" cy="93145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EBC2D91-DB53-43F2-BA0B-C0BEE9F911B0}"/>
              </a:ext>
            </a:extLst>
          </p:cNvPr>
          <p:cNvSpPr/>
          <p:nvPr/>
        </p:nvSpPr>
        <p:spPr>
          <a:xfrm>
            <a:off x="1296216" y="2839125"/>
            <a:ext cx="4300493" cy="93145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0776C3-E350-40AC-B83C-9873794D12FA}"/>
              </a:ext>
            </a:extLst>
          </p:cNvPr>
          <p:cNvSpPr txBox="1"/>
          <p:nvPr/>
        </p:nvSpPr>
        <p:spPr>
          <a:xfrm>
            <a:off x="6272689" y="1477596"/>
            <a:ext cx="48762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dirty="0">
                <a:cs typeface="Arial" panose="020B0604020202020204" pitchFamily="34" charset="0"/>
              </a:rPr>
              <a:t>► </a:t>
            </a:r>
            <a:r>
              <a:rPr lang="ko-KR" altLang="en-US" dirty="0">
                <a:cs typeface="Arial" panose="020B0604020202020204" pitchFamily="34" charset="0"/>
              </a:rPr>
              <a:t>평점 </a:t>
            </a:r>
            <a:r>
              <a:rPr lang="en-US" altLang="ko-KR" dirty="0">
                <a:cs typeface="Arial" panose="020B0604020202020204" pitchFamily="34" charset="0"/>
              </a:rPr>
              <a:t>7.35</a:t>
            </a:r>
            <a:r>
              <a:rPr lang="ko-KR" altLang="en-US" dirty="0">
                <a:cs typeface="Arial" panose="020B0604020202020204" pitchFamily="34" charset="0"/>
              </a:rPr>
              <a:t>미만 데이터 유의한 </a:t>
            </a:r>
            <a:r>
              <a:rPr lang="en-US" altLang="ko-KR" dirty="0">
                <a:cs typeface="Arial" panose="020B0604020202020204" pitchFamily="34" charset="0"/>
              </a:rPr>
              <a:t>factor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dirty="0">
                <a:cs typeface="Arial" panose="020B0604020202020204" pitchFamily="34" charset="0"/>
              </a:rPr>
              <a:t> </a:t>
            </a:r>
            <a:r>
              <a:rPr lang="ko-KR" altLang="en-US" dirty="0">
                <a:cs typeface="Arial" panose="020B0604020202020204" pitchFamily="34" charset="0"/>
              </a:rPr>
              <a:t>감독 수상개수</a:t>
            </a:r>
            <a:endParaRPr lang="en-US" altLang="ko-KR" dirty="0">
              <a:cs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dirty="0">
                <a:cs typeface="Arial" panose="020B0604020202020204" pitchFamily="34" charset="0"/>
              </a:rPr>
              <a:t> </a:t>
            </a:r>
            <a:r>
              <a:rPr lang="ko-KR" altLang="en-US" dirty="0">
                <a:cs typeface="Arial" panose="020B0604020202020204" pitchFamily="34" charset="0"/>
              </a:rPr>
              <a:t>유해한 주제 보통</a:t>
            </a:r>
            <a:endParaRPr lang="en-US" altLang="ko-KR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49433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886FC79-9F92-4065-AA27-325192205294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0">
            <a:extLst>
              <a:ext uri="{FF2B5EF4-FFF2-40B4-BE49-F238E27FC236}">
                <a16:creationId xmlns:a16="http://schemas.microsoft.com/office/drawing/2014/main" id="{28D6FD54-83FF-431E-A4E9-64B6E02B61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96A9C4E-00B3-4809-97A2-A5C29FDCD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C9FC584-2B1A-49A5-83F0-FA6C3A5655A5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35A597BA-5A42-47FC-8C67-C7A9F8B7045F}"/>
              </a:ext>
            </a:extLst>
          </p:cNvPr>
          <p:cNvSpPr/>
          <p:nvPr/>
        </p:nvSpPr>
        <p:spPr>
          <a:xfrm>
            <a:off x="1296216" y="739222"/>
            <a:ext cx="617677" cy="507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04</a:t>
            </a:r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BB2E97A-658A-4C0D-A24C-7D10456EB1F7}"/>
              </a:ext>
            </a:extLst>
          </p:cNvPr>
          <p:cNvGrpSpPr/>
          <p:nvPr/>
        </p:nvGrpSpPr>
        <p:grpSpPr>
          <a:xfrm>
            <a:off x="2258189" y="1208631"/>
            <a:ext cx="1189686" cy="45719"/>
            <a:chOff x="5844109" y="887373"/>
            <a:chExt cx="457200" cy="53340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EEF9A06A-48E0-4B35-8F12-EC78C8BDBD44}"/>
                </a:ext>
              </a:extLst>
            </p:cNvPr>
            <p:cNvCxnSpPr/>
            <p:nvPr/>
          </p:nvCxnSpPr>
          <p:spPr>
            <a:xfrm>
              <a:off x="5844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6D953694-655E-4D03-B3C8-57CBB19FE5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03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73638CBB-505A-46F8-8920-0415D5C21ACC}"/>
                </a:ext>
              </a:extLst>
            </p:cNvPr>
            <p:cNvCxnSpPr/>
            <p:nvPr/>
          </p:nvCxnSpPr>
          <p:spPr>
            <a:xfrm>
              <a:off x="59965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9A163BDE-C937-44FB-B416-4A09C3560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27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E3B96E44-CFEF-4F61-8F4F-C2DEA355D2F6}"/>
                </a:ext>
              </a:extLst>
            </p:cNvPr>
            <p:cNvCxnSpPr/>
            <p:nvPr/>
          </p:nvCxnSpPr>
          <p:spPr>
            <a:xfrm>
              <a:off x="61489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56E19B0-0FB5-4592-AFA5-BF6571B087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2152995" y="739222"/>
            <a:ext cx="6683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드라마 </a:t>
            </a:r>
            <a:r>
              <a:rPr lang="en-US" altLang="ko-KR" dirty="0"/>
              <a:t>ANOVA</a:t>
            </a:r>
            <a:r>
              <a:rPr lang="ko-KR" altLang="en-US" dirty="0"/>
              <a:t> 결과</a:t>
            </a:r>
            <a:r>
              <a:rPr lang="en-US" altLang="ko-KR" dirty="0"/>
              <a:t>(</a:t>
            </a:r>
            <a:r>
              <a:rPr lang="ko-KR" altLang="en-US" dirty="0"/>
              <a:t>실패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512B0025-4425-4B4C-B526-9BE6955940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573" y="1809000"/>
            <a:ext cx="4909760" cy="32400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0FE41EFA-7666-4F34-BB41-95CA5C0B6F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6669" y="1809000"/>
            <a:ext cx="4988094" cy="32400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2F885312-0DAD-4211-9DCA-D2071CF31CBF}"/>
              </a:ext>
            </a:extLst>
          </p:cNvPr>
          <p:cNvSpPr txBox="1"/>
          <p:nvPr/>
        </p:nvSpPr>
        <p:spPr>
          <a:xfrm>
            <a:off x="695573" y="5102345"/>
            <a:ext cx="42216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dirty="0">
                <a:cs typeface="Arial" panose="020B0604020202020204" pitchFamily="34" charset="0"/>
              </a:rPr>
              <a:t>► </a:t>
            </a:r>
            <a:r>
              <a:rPr lang="ko-KR" altLang="en-US" dirty="0">
                <a:cs typeface="Arial" panose="020B0604020202020204" pitchFamily="34" charset="0"/>
              </a:rPr>
              <a:t>평점 </a:t>
            </a:r>
            <a:r>
              <a:rPr lang="en-US" altLang="ko-KR" dirty="0">
                <a:cs typeface="Arial" panose="020B0604020202020204" pitchFamily="34" charset="0"/>
              </a:rPr>
              <a:t>7.35</a:t>
            </a:r>
            <a:r>
              <a:rPr lang="ko-KR" altLang="en-US" dirty="0">
                <a:cs typeface="Arial" panose="020B0604020202020204" pitchFamily="34" charset="0"/>
              </a:rPr>
              <a:t>미만 데이터 유의한 </a:t>
            </a:r>
            <a:r>
              <a:rPr lang="en-US" altLang="ko-KR" dirty="0">
                <a:cs typeface="Arial" panose="020B0604020202020204" pitchFamily="34" charset="0"/>
              </a:rPr>
              <a:t>factor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dirty="0">
                <a:cs typeface="Arial" panose="020B0604020202020204" pitchFamily="34" charset="0"/>
              </a:rPr>
              <a:t> 러닝타임</a:t>
            </a:r>
            <a:r>
              <a:rPr lang="en-US" altLang="ko-KR" dirty="0">
                <a:cs typeface="Arial" panose="020B0604020202020204" pitchFamily="34" charset="0"/>
              </a:rPr>
              <a:t>, </a:t>
            </a:r>
            <a:r>
              <a:rPr lang="ko-KR" altLang="en-US" dirty="0">
                <a:cs typeface="Arial" panose="020B0604020202020204" pitchFamily="34" charset="0"/>
              </a:rPr>
              <a:t>유해한 주제</a:t>
            </a:r>
            <a:endParaRPr lang="en-US" altLang="ko-KR" dirty="0">
              <a:cs typeface="Arial" panose="020B0604020202020204" pitchFamily="34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340C931-B812-4494-B8F9-1E68615999D7}"/>
              </a:ext>
            </a:extLst>
          </p:cNvPr>
          <p:cNvSpPr/>
          <p:nvPr/>
        </p:nvSpPr>
        <p:spPr>
          <a:xfrm>
            <a:off x="695573" y="3222430"/>
            <a:ext cx="4430100" cy="206569"/>
          </a:xfrm>
          <a:prstGeom prst="rect">
            <a:avLst/>
          </a:prstGeom>
          <a:noFill/>
          <a:ln w="254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8DA1692-97B6-43DD-8740-6C526DBD76A8}"/>
              </a:ext>
            </a:extLst>
          </p:cNvPr>
          <p:cNvSpPr/>
          <p:nvPr/>
        </p:nvSpPr>
        <p:spPr>
          <a:xfrm>
            <a:off x="695573" y="2621176"/>
            <a:ext cx="4430100" cy="206569"/>
          </a:xfrm>
          <a:prstGeom prst="rect">
            <a:avLst/>
          </a:prstGeom>
          <a:noFill/>
          <a:ln w="254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221051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886FC79-9F92-4065-AA27-325192205294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0">
            <a:extLst>
              <a:ext uri="{FF2B5EF4-FFF2-40B4-BE49-F238E27FC236}">
                <a16:creationId xmlns:a16="http://schemas.microsoft.com/office/drawing/2014/main" id="{28D6FD54-83FF-431E-A4E9-64B6E02B61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96A9C4E-00B3-4809-97A2-A5C29FDCD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C9FC584-2B1A-49A5-83F0-FA6C3A5655A5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35A597BA-5A42-47FC-8C67-C7A9F8B7045F}"/>
              </a:ext>
            </a:extLst>
          </p:cNvPr>
          <p:cNvSpPr/>
          <p:nvPr/>
        </p:nvSpPr>
        <p:spPr>
          <a:xfrm>
            <a:off x="1296216" y="786624"/>
            <a:ext cx="617677" cy="507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05</a:t>
            </a:r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BB2E97A-658A-4C0D-A24C-7D10456EB1F7}"/>
              </a:ext>
            </a:extLst>
          </p:cNvPr>
          <p:cNvGrpSpPr/>
          <p:nvPr/>
        </p:nvGrpSpPr>
        <p:grpSpPr>
          <a:xfrm>
            <a:off x="2258189" y="1256033"/>
            <a:ext cx="1189686" cy="45719"/>
            <a:chOff x="5844109" y="887373"/>
            <a:chExt cx="457200" cy="53340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EEF9A06A-48E0-4B35-8F12-EC78C8BDBD44}"/>
                </a:ext>
              </a:extLst>
            </p:cNvPr>
            <p:cNvCxnSpPr/>
            <p:nvPr/>
          </p:nvCxnSpPr>
          <p:spPr>
            <a:xfrm>
              <a:off x="5844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6D953694-655E-4D03-B3C8-57CBB19FE5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03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73638CBB-505A-46F8-8920-0415D5C21ACC}"/>
                </a:ext>
              </a:extLst>
            </p:cNvPr>
            <p:cNvCxnSpPr/>
            <p:nvPr/>
          </p:nvCxnSpPr>
          <p:spPr>
            <a:xfrm>
              <a:off x="59965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9A163BDE-C937-44FB-B416-4A09C3560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27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E3B96E44-CFEF-4F61-8F4F-C2DEA355D2F6}"/>
                </a:ext>
              </a:extLst>
            </p:cNvPr>
            <p:cNvCxnSpPr/>
            <p:nvPr/>
          </p:nvCxnSpPr>
          <p:spPr>
            <a:xfrm>
              <a:off x="61489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56E19B0-0FB5-4592-AFA5-BF6571B087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2152995" y="786624"/>
            <a:ext cx="6683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영화 일반회귀 결과</a:t>
            </a:r>
            <a:r>
              <a:rPr lang="en-US" altLang="ko-KR" dirty="0"/>
              <a:t>(</a:t>
            </a:r>
            <a:r>
              <a:rPr lang="ko-KR" altLang="en-US" dirty="0"/>
              <a:t>성공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46230FB-AAAA-43D3-BA0D-30071ACB42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6216" y="1556898"/>
            <a:ext cx="4324408" cy="46800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6075B3FE-7E65-4A26-9B0F-1D68D9DF0F87}"/>
              </a:ext>
            </a:extLst>
          </p:cNvPr>
          <p:cNvSpPr/>
          <p:nvPr/>
        </p:nvSpPr>
        <p:spPr>
          <a:xfrm>
            <a:off x="1296216" y="5330522"/>
            <a:ext cx="4300493" cy="93145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F82469C-C258-4286-92F5-DE8E990A97CF}"/>
              </a:ext>
            </a:extLst>
          </p:cNvPr>
          <p:cNvSpPr/>
          <p:nvPr/>
        </p:nvSpPr>
        <p:spPr>
          <a:xfrm>
            <a:off x="1296216" y="5428653"/>
            <a:ext cx="4300493" cy="93145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486D497-AA59-4FB8-A120-E5A6F357C035}"/>
              </a:ext>
            </a:extLst>
          </p:cNvPr>
          <p:cNvSpPr txBox="1"/>
          <p:nvPr/>
        </p:nvSpPr>
        <p:spPr>
          <a:xfrm>
            <a:off x="6272689" y="1477596"/>
            <a:ext cx="48762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dirty="0">
                <a:cs typeface="Arial" panose="020B0604020202020204" pitchFamily="34" charset="0"/>
              </a:rPr>
              <a:t>► </a:t>
            </a:r>
            <a:r>
              <a:rPr lang="ko-KR" altLang="en-US" dirty="0">
                <a:cs typeface="Arial" panose="020B0604020202020204" pitchFamily="34" charset="0"/>
              </a:rPr>
              <a:t>평점 </a:t>
            </a:r>
            <a:r>
              <a:rPr lang="en-US" altLang="ko-KR" dirty="0">
                <a:cs typeface="Arial" panose="020B0604020202020204" pitchFamily="34" charset="0"/>
              </a:rPr>
              <a:t>6.4</a:t>
            </a:r>
            <a:r>
              <a:rPr lang="ko-KR" altLang="en-US" dirty="0">
                <a:cs typeface="Arial" panose="020B0604020202020204" pitchFamily="34" charset="0"/>
              </a:rPr>
              <a:t>이상 데이터 유의한 </a:t>
            </a:r>
            <a:r>
              <a:rPr lang="en-US" altLang="ko-KR" dirty="0">
                <a:cs typeface="Arial" panose="020B0604020202020204" pitchFamily="34" charset="0"/>
              </a:rPr>
              <a:t>factor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dirty="0">
                <a:cs typeface="Arial" panose="020B0604020202020204" pitchFamily="34" charset="0"/>
              </a:rPr>
              <a:t> </a:t>
            </a:r>
            <a:r>
              <a:rPr lang="ko-KR" altLang="en-US" dirty="0">
                <a:cs typeface="Arial" panose="020B0604020202020204" pitchFamily="34" charset="0"/>
              </a:rPr>
              <a:t>모방위험 높음</a:t>
            </a:r>
            <a:endParaRPr lang="en-US" altLang="ko-KR" dirty="0">
              <a:cs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dirty="0">
                <a:cs typeface="Arial" panose="020B0604020202020204" pitchFamily="34" charset="0"/>
              </a:rPr>
              <a:t> </a:t>
            </a:r>
            <a:r>
              <a:rPr lang="ko-KR" altLang="en-US" dirty="0">
                <a:cs typeface="Arial" panose="020B0604020202020204" pitchFamily="34" charset="0"/>
              </a:rPr>
              <a:t>모방위험 다소 높음</a:t>
            </a:r>
            <a:endParaRPr lang="en-US" altLang="ko-KR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59971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886FC79-9F92-4065-AA27-325192205294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0">
            <a:extLst>
              <a:ext uri="{FF2B5EF4-FFF2-40B4-BE49-F238E27FC236}">
                <a16:creationId xmlns:a16="http://schemas.microsoft.com/office/drawing/2014/main" id="{28D6FD54-83FF-431E-A4E9-64B6E02B61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96A9C4E-00B3-4809-97A2-A5C29FDCD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C9FC584-2B1A-49A5-83F0-FA6C3A5655A5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35A597BA-5A42-47FC-8C67-C7A9F8B7045F}"/>
              </a:ext>
            </a:extLst>
          </p:cNvPr>
          <p:cNvSpPr/>
          <p:nvPr/>
        </p:nvSpPr>
        <p:spPr>
          <a:xfrm>
            <a:off x="1296216" y="786624"/>
            <a:ext cx="617677" cy="507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05</a:t>
            </a:r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BB2E97A-658A-4C0D-A24C-7D10456EB1F7}"/>
              </a:ext>
            </a:extLst>
          </p:cNvPr>
          <p:cNvGrpSpPr/>
          <p:nvPr/>
        </p:nvGrpSpPr>
        <p:grpSpPr>
          <a:xfrm>
            <a:off x="2258189" y="1256033"/>
            <a:ext cx="1189686" cy="45719"/>
            <a:chOff x="5844109" y="887373"/>
            <a:chExt cx="457200" cy="53340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EEF9A06A-48E0-4B35-8F12-EC78C8BDBD44}"/>
                </a:ext>
              </a:extLst>
            </p:cNvPr>
            <p:cNvCxnSpPr/>
            <p:nvPr/>
          </p:nvCxnSpPr>
          <p:spPr>
            <a:xfrm>
              <a:off x="5844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6D953694-655E-4D03-B3C8-57CBB19FE5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03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73638CBB-505A-46F8-8920-0415D5C21ACC}"/>
                </a:ext>
              </a:extLst>
            </p:cNvPr>
            <p:cNvCxnSpPr/>
            <p:nvPr/>
          </p:nvCxnSpPr>
          <p:spPr>
            <a:xfrm>
              <a:off x="59965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9A163BDE-C937-44FB-B416-4A09C3560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27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E3B96E44-CFEF-4F61-8F4F-C2DEA355D2F6}"/>
                </a:ext>
              </a:extLst>
            </p:cNvPr>
            <p:cNvCxnSpPr/>
            <p:nvPr/>
          </p:nvCxnSpPr>
          <p:spPr>
            <a:xfrm>
              <a:off x="61489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56E19B0-0FB5-4592-AFA5-BF6571B087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2152995" y="786624"/>
            <a:ext cx="6683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영화 </a:t>
            </a:r>
            <a:r>
              <a:rPr lang="en-US" altLang="ko-KR" dirty="0"/>
              <a:t>ANOVA</a:t>
            </a:r>
            <a:r>
              <a:rPr lang="ko-KR" altLang="en-US" dirty="0"/>
              <a:t> 결과</a:t>
            </a:r>
            <a:r>
              <a:rPr lang="en-US" altLang="ko-KR" dirty="0"/>
              <a:t>(</a:t>
            </a:r>
            <a:r>
              <a:rPr lang="ko-KR" altLang="en-US" dirty="0"/>
              <a:t>성공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E103F22A-5F9D-4CCA-BCF7-FFA9E78E5E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821" y="2061102"/>
            <a:ext cx="4696417" cy="32400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CCDFA88F-E9E6-47B9-BE17-DF0695A627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839" y="2061102"/>
            <a:ext cx="4947261" cy="32400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D204D686-8EE8-4560-A766-317B2ADA52DD}"/>
              </a:ext>
            </a:extLst>
          </p:cNvPr>
          <p:cNvSpPr txBox="1"/>
          <p:nvPr/>
        </p:nvSpPr>
        <p:spPr>
          <a:xfrm>
            <a:off x="768817" y="5414121"/>
            <a:ext cx="3970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dirty="0">
                <a:cs typeface="Arial" panose="020B0604020202020204" pitchFamily="34" charset="0"/>
              </a:rPr>
              <a:t>► </a:t>
            </a:r>
            <a:r>
              <a:rPr lang="ko-KR" altLang="en-US" dirty="0">
                <a:cs typeface="Arial" panose="020B0604020202020204" pitchFamily="34" charset="0"/>
              </a:rPr>
              <a:t>평점 </a:t>
            </a:r>
            <a:r>
              <a:rPr lang="en-US" altLang="ko-KR" dirty="0">
                <a:cs typeface="Arial" panose="020B0604020202020204" pitchFamily="34" charset="0"/>
              </a:rPr>
              <a:t>6.4</a:t>
            </a:r>
            <a:r>
              <a:rPr lang="ko-KR" altLang="en-US" dirty="0">
                <a:cs typeface="Arial" panose="020B0604020202020204" pitchFamily="34" charset="0"/>
              </a:rPr>
              <a:t>이상 데이터 유의한 </a:t>
            </a:r>
            <a:r>
              <a:rPr lang="en-US" altLang="ko-KR" dirty="0">
                <a:cs typeface="Arial" panose="020B0604020202020204" pitchFamily="34" charset="0"/>
              </a:rPr>
              <a:t>factor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dirty="0">
                <a:cs typeface="Arial" panose="020B0604020202020204" pitchFamily="34" charset="0"/>
              </a:rPr>
              <a:t> </a:t>
            </a:r>
            <a:r>
              <a:rPr lang="ko-KR" altLang="en-US" dirty="0">
                <a:cs typeface="Arial" panose="020B0604020202020204" pitchFamily="34" charset="0"/>
              </a:rPr>
              <a:t>감독수상 개수</a:t>
            </a:r>
            <a:r>
              <a:rPr lang="en-US" altLang="ko-KR" dirty="0">
                <a:cs typeface="Arial" panose="020B0604020202020204" pitchFamily="34" charset="0"/>
              </a:rPr>
              <a:t>, </a:t>
            </a:r>
            <a:r>
              <a:rPr lang="ko-KR" altLang="en-US" dirty="0">
                <a:cs typeface="Arial" panose="020B0604020202020204" pitchFamily="34" charset="0"/>
              </a:rPr>
              <a:t>모방위험</a:t>
            </a:r>
            <a:endParaRPr lang="en-US" altLang="ko-KR" dirty="0">
              <a:cs typeface="Arial" panose="020B0604020202020204" pitchFamily="34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67B386B-E89D-4263-9F99-E86E8ECA7E3C}"/>
              </a:ext>
            </a:extLst>
          </p:cNvPr>
          <p:cNvSpPr/>
          <p:nvPr/>
        </p:nvSpPr>
        <p:spPr>
          <a:xfrm>
            <a:off x="806820" y="3011649"/>
            <a:ext cx="4134295" cy="179176"/>
          </a:xfrm>
          <a:prstGeom prst="rect">
            <a:avLst/>
          </a:prstGeom>
          <a:noFill/>
          <a:ln w="254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9F5BA8D-337D-4432-96AE-E5391275A5F7}"/>
              </a:ext>
            </a:extLst>
          </p:cNvPr>
          <p:cNvSpPr/>
          <p:nvPr/>
        </p:nvSpPr>
        <p:spPr>
          <a:xfrm>
            <a:off x="806820" y="4547645"/>
            <a:ext cx="4134295" cy="179176"/>
          </a:xfrm>
          <a:prstGeom prst="rect">
            <a:avLst/>
          </a:prstGeom>
          <a:noFill/>
          <a:ln w="254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91075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886FC79-9F92-4065-AA27-325192205294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0">
            <a:extLst>
              <a:ext uri="{FF2B5EF4-FFF2-40B4-BE49-F238E27FC236}">
                <a16:creationId xmlns:a16="http://schemas.microsoft.com/office/drawing/2014/main" id="{28D6FD54-83FF-431E-A4E9-64B6E02B61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96A9C4E-00B3-4809-97A2-A5C29FDCD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C9FC584-2B1A-49A5-83F0-FA6C3A5655A5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35A597BA-5A42-47FC-8C67-C7A9F8B7045F}"/>
              </a:ext>
            </a:extLst>
          </p:cNvPr>
          <p:cNvSpPr/>
          <p:nvPr/>
        </p:nvSpPr>
        <p:spPr>
          <a:xfrm>
            <a:off x="1296216" y="786624"/>
            <a:ext cx="617677" cy="507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05</a:t>
            </a:r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BB2E97A-658A-4C0D-A24C-7D10456EB1F7}"/>
              </a:ext>
            </a:extLst>
          </p:cNvPr>
          <p:cNvGrpSpPr/>
          <p:nvPr/>
        </p:nvGrpSpPr>
        <p:grpSpPr>
          <a:xfrm>
            <a:off x="2258189" y="1256033"/>
            <a:ext cx="1189686" cy="45719"/>
            <a:chOff x="5844109" y="887373"/>
            <a:chExt cx="457200" cy="53340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EEF9A06A-48E0-4B35-8F12-EC78C8BDBD44}"/>
                </a:ext>
              </a:extLst>
            </p:cNvPr>
            <p:cNvCxnSpPr/>
            <p:nvPr/>
          </p:nvCxnSpPr>
          <p:spPr>
            <a:xfrm>
              <a:off x="5844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6D953694-655E-4D03-B3C8-57CBB19FE5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03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73638CBB-505A-46F8-8920-0415D5C21ACC}"/>
                </a:ext>
              </a:extLst>
            </p:cNvPr>
            <p:cNvCxnSpPr/>
            <p:nvPr/>
          </p:nvCxnSpPr>
          <p:spPr>
            <a:xfrm>
              <a:off x="59965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9A163BDE-C937-44FB-B416-4A09C3560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27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E3B96E44-CFEF-4F61-8F4F-C2DEA355D2F6}"/>
                </a:ext>
              </a:extLst>
            </p:cNvPr>
            <p:cNvCxnSpPr/>
            <p:nvPr/>
          </p:nvCxnSpPr>
          <p:spPr>
            <a:xfrm>
              <a:off x="61489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56E19B0-0FB5-4592-AFA5-BF6571B087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2152995" y="786624"/>
            <a:ext cx="6683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영화 일반회귀 결과</a:t>
            </a:r>
            <a:r>
              <a:rPr lang="en-US" altLang="ko-KR" dirty="0"/>
              <a:t>(</a:t>
            </a:r>
            <a:r>
              <a:rPr lang="ko-KR" altLang="en-US" dirty="0"/>
              <a:t>실패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DE0C9FE4-1671-4983-9854-5384F20DF0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6216" y="1501131"/>
            <a:ext cx="4316019" cy="46800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7F9F3926-FF94-4D1E-A8E1-609CCB9CCA06}"/>
              </a:ext>
            </a:extLst>
          </p:cNvPr>
          <p:cNvSpPr/>
          <p:nvPr/>
        </p:nvSpPr>
        <p:spPr>
          <a:xfrm>
            <a:off x="1311742" y="4705047"/>
            <a:ext cx="4300493" cy="93145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506CF5D-B685-4396-9423-0F317914E99B}"/>
              </a:ext>
            </a:extLst>
          </p:cNvPr>
          <p:cNvSpPr/>
          <p:nvPr/>
        </p:nvSpPr>
        <p:spPr>
          <a:xfrm>
            <a:off x="1311742" y="3770714"/>
            <a:ext cx="4300493" cy="93145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CF94EBD7-3073-45F4-A62B-D9BBEE2D59E8}"/>
              </a:ext>
            </a:extLst>
          </p:cNvPr>
          <p:cNvSpPr/>
          <p:nvPr/>
        </p:nvSpPr>
        <p:spPr>
          <a:xfrm>
            <a:off x="1311742" y="3556718"/>
            <a:ext cx="4300493" cy="93145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78E5008-DCDD-43E0-844E-0BFB55F8C8B6}"/>
              </a:ext>
            </a:extLst>
          </p:cNvPr>
          <p:cNvSpPr/>
          <p:nvPr/>
        </p:nvSpPr>
        <p:spPr>
          <a:xfrm>
            <a:off x="1311742" y="2714259"/>
            <a:ext cx="4300493" cy="93145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C87DDAF-5E64-49CF-B45B-DC484CC615D5}"/>
              </a:ext>
            </a:extLst>
          </p:cNvPr>
          <p:cNvSpPr/>
          <p:nvPr/>
        </p:nvSpPr>
        <p:spPr>
          <a:xfrm>
            <a:off x="1311742" y="2599516"/>
            <a:ext cx="4300493" cy="93145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1769B57-CB42-4B0F-A2CF-BCFA9E80025E}"/>
              </a:ext>
            </a:extLst>
          </p:cNvPr>
          <p:cNvSpPr txBox="1"/>
          <p:nvPr/>
        </p:nvSpPr>
        <p:spPr>
          <a:xfrm>
            <a:off x="6272689" y="1477596"/>
            <a:ext cx="487627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dirty="0">
                <a:cs typeface="Arial" panose="020B0604020202020204" pitchFamily="34" charset="0"/>
              </a:rPr>
              <a:t>► </a:t>
            </a:r>
            <a:r>
              <a:rPr lang="ko-KR" altLang="en-US" dirty="0">
                <a:cs typeface="Arial" panose="020B0604020202020204" pitchFamily="34" charset="0"/>
              </a:rPr>
              <a:t>평점 </a:t>
            </a:r>
            <a:r>
              <a:rPr lang="en-US" altLang="ko-KR" dirty="0">
                <a:cs typeface="Arial" panose="020B0604020202020204" pitchFamily="34" charset="0"/>
              </a:rPr>
              <a:t>6.4</a:t>
            </a:r>
            <a:r>
              <a:rPr lang="ko-KR" altLang="en-US" dirty="0">
                <a:cs typeface="Arial" panose="020B0604020202020204" pitchFamily="34" charset="0"/>
              </a:rPr>
              <a:t>미만 데이터 유의한 </a:t>
            </a:r>
            <a:r>
              <a:rPr lang="en-US" altLang="ko-KR" dirty="0">
                <a:cs typeface="Arial" panose="020B0604020202020204" pitchFamily="34" charset="0"/>
              </a:rPr>
              <a:t>factor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dirty="0">
                <a:cs typeface="Arial" panose="020B0604020202020204" pitchFamily="34" charset="0"/>
              </a:rPr>
              <a:t> 러닝타임 </a:t>
            </a:r>
            <a:endParaRPr lang="en-US" altLang="ko-KR" dirty="0">
              <a:cs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dirty="0">
                <a:cs typeface="Arial" panose="020B0604020202020204" pitchFamily="34" charset="0"/>
              </a:rPr>
              <a:t> 감독수상 개수</a:t>
            </a:r>
            <a:endParaRPr lang="en-US" altLang="ko-KR" dirty="0">
              <a:cs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dirty="0">
                <a:cs typeface="Arial" panose="020B0604020202020204" pitchFamily="34" charset="0"/>
              </a:rPr>
              <a:t> </a:t>
            </a:r>
            <a:r>
              <a:rPr lang="ko-KR" altLang="en-US" dirty="0">
                <a:cs typeface="Arial" panose="020B0604020202020204" pitchFamily="34" charset="0"/>
              </a:rPr>
              <a:t>유해한 주제 보통</a:t>
            </a:r>
            <a:endParaRPr lang="en-US" altLang="ko-KR" dirty="0">
              <a:cs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dirty="0">
                <a:cs typeface="Arial" panose="020B0604020202020204" pitchFamily="34" charset="0"/>
              </a:rPr>
              <a:t> </a:t>
            </a:r>
            <a:r>
              <a:rPr lang="ko-KR" altLang="en-US" dirty="0">
                <a:cs typeface="Arial" panose="020B0604020202020204" pitchFamily="34" charset="0"/>
              </a:rPr>
              <a:t>선정성 다소 높음</a:t>
            </a:r>
            <a:endParaRPr lang="en-US" altLang="ko-KR" dirty="0">
              <a:cs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dirty="0">
                <a:cs typeface="Arial" panose="020B0604020202020204" pitchFamily="34" charset="0"/>
              </a:rPr>
              <a:t> </a:t>
            </a:r>
            <a:r>
              <a:rPr lang="ko-KR" altLang="en-US" dirty="0">
                <a:cs typeface="Arial" panose="020B0604020202020204" pitchFamily="34" charset="0"/>
              </a:rPr>
              <a:t>공포 다소 높음</a:t>
            </a:r>
            <a:endParaRPr lang="en-US" altLang="ko-KR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0047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그림 25">
            <a:extLst>
              <a:ext uri="{FF2B5EF4-FFF2-40B4-BE49-F238E27FC236}">
                <a16:creationId xmlns:a16="http://schemas.microsoft.com/office/drawing/2014/main" id="{8641114A-0DB1-4785-B4D4-5F11905E5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91" y="1845513"/>
            <a:ext cx="4690589" cy="32400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886FC79-9F92-4065-AA27-325192205294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0">
            <a:extLst>
              <a:ext uri="{FF2B5EF4-FFF2-40B4-BE49-F238E27FC236}">
                <a16:creationId xmlns:a16="http://schemas.microsoft.com/office/drawing/2014/main" id="{28D6FD54-83FF-431E-A4E9-64B6E02B61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96A9C4E-00B3-4809-97A2-A5C29FDCDF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C9FC584-2B1A-49A5-83F0-FA6C3A5655A5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35A597BA-5A42-47FC-8C67-C7A9F8B7045F}"/>
              </a:ext>
            </a:extLst>
          </p:cNvPr>
          <p:cNvSpPr/>
          <p:nvPr/>
        </p:nvSpPr>
        <p:spPr>
          <a:xfrm>
            <a:off x="1296216" y="786624"/>
            <a:ext cx="617677" cy="507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05</a:t>
            </a:r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BB2E97A-658A-4C0D-A24C-7D10456EB1F7}"/>
              </a:ext>
            </a:extLst>
          </p:cNvPr>
          <p:cNvGrpSpPr/>
          <p:nvPr/>
        </p:nvGrpSpPr>
        <p:grpSpPr>
          <a:xfrm>
            <a:off x="2258189" y="1256033"/>
            <a:ext cx="1189686" cy="45719"/>
            <a:chOff x="5844109" y="887373"/>
            <a:chExt cx="457200" cy="53340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EEF9A06A-48E0-4B35-8F12-EC78C8BDBD44}"/>
                </a:ext>
              </a:extLst>
            </p:cNvPr>
            <p:cNvCxnSpPr/>
            <p:nvPr/>
          </p:nvCxnSpPr>
          <p:spPr>
            <a:xfrm>
              <a:off x="5844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6D953694-655E-4D03-B3C8-57CBB19FE5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03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73638CBB-505A-46F8-8920-0415D5C21ACC}"/>
                </a:ext>
              </a:extLst>
            </p:cNvPr>
            <p:cNvCxnSpPr/>
            <p:nvPr/>
          </p:nvCxnSpPr>
          <p:spPr>
            <a:xfrm>
              <a:off x="59965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9A163BDE-C937-44FB-B416-4A09C3560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27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E3B96E44-CFEF-4F61-8F4F-C2DEA355D2F6}"/>
                </a:ext>
              </a:extLst>
            </p:cNvPr>
            <p:cNvCxnSpPr/>
            <p:nvPr/>
          </p:nvCxnSpPr>
          <p:spPr>
            <a:xfrm>
              <a:off x="61489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56E19B0-0FB5-4592-AFA5-BF6571B087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2152995" y="786624"/>
            <a:ext cx="6683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영화 </a:t>
            </a:r>
            <a:r>
              <a:rPr lang="en-US" altLang="ko-KR" dirty="0"/>
              <a:t>ANOVA</a:t>
            </a:r>
            <a:r>
              <a:rPr lang="ko-KR" altLang="en-US" dirty="0"/>
              <a:t> 결과</a:t>
            </a:r>
            <a:r>
              <a:rPr lang="en-US" altLang="ko-KR" dirty="0"/>
              <a:t>(</a:t>
            </a:r>
            <a:r>
              <a:rPr lang="ko-KR" altLang="en-US" dirty="0"/>
              <a:t>실패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2B3CFA5C-5E24-483A-A5E9-5A3D183B97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4651" y="1845513"/>
            <a:ext cx="5070288" cy="32400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6B6B2DE-BA8B-43F6-9F39-B3325CA3C303}"/>
              </a:ext>
            </a:extLst>
          </p:cNvPr>
          <p:cNvSpPr txBox="1"/>
          <p:nvPr/>
        </p:nvSpPr>
        <p:spPr>
          <a:xfrm>
            <a:off x="441620" y="5105506"/>
            <a:ext cx="48955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dirty="0">
                <a:cs typeface="Arial" panose="020B0604020202020204" pitchFamily="34" charset="0"/>
              </a:rPr>
              <a:t>► </a:t>
            </a:r>
            <a:r>
              <a:rPr lang="ko-KR" altLang="en-US" dirty="0">
                <a:cs typeface="Arial" panose="020B0604020202020204" pitchFamily="34" charset="0"/>
              </a:rPr>
              <a:t>평점 </a:t>
            </a:r>
            <a:r>
              <a:rPr lang="en-US" altLang="ko-KR" dirty="0">
                <a:cs typeface="Arial" panose="020B0604020202020204" pitchFamily="34" charset="0"/>
              </a:rPr>
              <a:t>6.4</a:t>
            </a:r>
            <a:r>
              <a:rPr lang="ko-KR" altLang="en-US" dirty="0">
                <a:cs typeface="Arial" panose="020B0604020202020204" pitchFamily="34" charset="0"/>
              </a:rPr>
              <a:t>미만 데이터 유의한 </a:t>
            </a:r>
            <a:r>
              <a:rPr lang="en-US" altLang="ko-KR" dirty="0">
                <a:cs typeface="Arial" panose="020B0604020202020204" pitchFamily="34" charset="0"/>
              </a:rPr>
              <a:t>factor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dirty="0">
                <a:cs typeface="Arial" panose="020B0604020202020204" pitchFamily="34" charset="0"/>
              </a:rPr>
              <a:t> 러닝타임</a:t>
            </a:r>
            <a:r>
              <a:rPr lang="en-US" altLang="ko-KR" dirty="0">
                <a:cs typeface="Arial" panose="020B0604020202020204" pitchFamily="34" charset="0"/>
              </a:rPr>
              <a:t>, </a:t>
            </a:r>
            <a:r>
              <a:rPr lang="ko-KR" altLang="en-US" dirty="0">
                <a:cs typeface="Arial" panose="020B0604020202020204" pitchFamily="34" charset="0"/>
              </a:rPr>
              <a:t>감독수상</a:t>
            </a:r>
            <a:r>
              <a:rPr lang="en-US" altLang="ko-KR" dirty="0">
                <a:cs typeface="Arial" panose="020B0604020202020204" pitchFamily="34" charset="0"/>
              </a:rPr>
              <a:t>, </a:t>
            </a:r>
            <a:r>
              <a:rPr lang="ko-KR" altLang="en-US" dirty="0">
                <a:cs typeface="Arial" panose="020B0604020202020204" pitchFamily="34" charset="0"/>
              </a:rPr>
              <a:t>유해주제</a:t>
            </a:r>
            <a:r>
              <a:rPr lang="en-US" altLang="ko-KR" dirty="0">
                <a:cs typeface="Arial" panose="020B0604020202020204" pitchFamily="34" charset="0"/>
              </a:rPr>
              <a:t>, </a:t>
            </a:r>
            <a:r>
              <a:rPr lang="ko-KR" altLang="en-US" dirty="0">
                <a:cs typeface="Arial" panose="020B0604020202020204" pitchFamily="34" charset="0"/>
              </a:rPr>
              <a:t>폭력성</a:t>
            </a:r>
            <a:r>
              <a:rPr lang="en-US" altLang="ko-KR" dirty="0">
                <a:cs typeface="Arial" panose="020B0604020202020204" pitchFamily="34" charset="0"/>
              </a:rPr>
              <a:t>, </a:t>
            </a:r>
            <a:r>
              <a:rPr lang="ko-KR" altLang="en-US" dirty="0">
                <a:cs typeface="Arial" panose="020B0604020202020204" pitchFamily="34" charset="0"/>
              </a:rPr>
              <a:t>공포</a:t>
            </a:r>
            <a:endParaRPr lang="en-US" altLang="ko-KR" dirty="0">
              <a:cs typeface="Arial" panose="020B0604020202020204" pitchFamily="34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BB74CC1-ADF4-4390-80F1-8E528A9E48A3}"/>
              </a:ext>
            </a:extLst>
          </p:cNvPr>
          <p:cNvSpPr/>
          <p:nvPr/>
        </p:nvSpPr>
        <p:spPr>
          <a:xfrm>
            <a:off x="544091" y="2596749"/>
            <a:ext cx="4466333" cy="218517"/>
          </a:xfrm>
          <a:prstGeom prst="rect">
            <a:avLst/>
          </a:prstGeom>
          <a:noFill/>
          <a:ln w="254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F3C4016-251D-4953-A7A6-386B8CEE5B44}"/>
              </a:ext>
            </a:extLst>
          </p:cNvPr>
          <p:cNvSpPr/>
          <p:nvPr/>
        </p:nvSpPr>
        <p:spPr>
          <a:xfrm>
            <a:off x="544091" y="2835259"/>
            <a:ext cx="4466333" cy="218517"/>
          </a:xfrm>
          <a:prstGeom prst="rect">
            <a:avLst/>
          </a:prstGeom>
          <a:noFill/>
          <a:ln w="254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4327721-1DC5-4E61-B47E-876FFBAB7FAE}"/>
              </a:ext>
            </a:extLst>
          </p:cNvPr>
          <p:cNvSpPr/>
          <p:nvPr/>
        </p:nvSpPr>
        <p:spPr>
          <a:xfrm>
            <a:off x="544091" y="3163064"/>
            <a:ext cx="4466333" cy="218517"/>
          </a:xfrm>
          <a:prstGeom prst="rect">
            <a:avLst/>
          </a:prstGeom>
          <a:noFill/>
          <a:ln w="254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A38ED0B-B2EF-4A96-B1D8-AD4C00FB68FD}"/>
              </a:ext>
            </a:extLst>
          </p:cNvPr>
          <p:cNvSpPr/>
          <p:nvPr/>
        </p:nvSpPr>
        <p:spPr>
          <a:xfrm>
            <a:off x="544091" y="3566502"/>
            <a:ext cx="4466333" cy="218517"/>
          </a:xfrm>
          <a:prstGeom prst="rect">
            <a:avLst/>
          </a:prstGeom>
          <a:noFill/>
          <a:ln w="254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D80F3308-A676-4546-A3D5-386AA6EB2ED9}"/>
              </a:ext>
            </a:extLst>
          </p:cNvPr>
          <p:cNvSpPr/>
          <p:nvPr/>
        </p:nvSpPr>
        <p:spPr>
          <a:xfrm>
            <a:off x="544091" y="3918729"/>
            <a:ext cx="4466333" cy="218517"/>
          </a:xfrm>
          <a:prstGeom prst="rect">
            <a:avLst/>
          </a:prstGeom>
          <a:noFill/>
          <a:ln w="254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1955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EB98035-F76F-4D91-9C8B-CCA21832AF76}"/>
              </a:ext>
            </a:extLst>
          </p:cNvPr>
          <p:cNvSpPr txBox="1"/>
          <p:nvPr/>
        </p:nvSpPr>
        <p:spPr>
          <a:xfrm>
            <a:off x="733032" y="1796386"/>
            <a:ext cx="1072593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드라마 </a:t>
            </a:r>
            <a:r>
              <a:rPr lang="en-US" altLang="ko-KR" dirty="0"/>
              <a:t>&amp; </a:t>
            </a:r>
            <a:r>
              <a:rPr lang="ko-KR" altLang="en-US" dirty="0"/>
              <a:t>영화 일반회귀 결과 유의한 </a:t>
            </a:r>
            <a:r>
              <a:rPr lang="en-US" altLang="ko-KR" dirty="0"/>
              <a:t>factor</a:t>
            </a:r>
          </a:p>
          <a:p>
            <a:pPr algn="l"/>
            <a:r>
              <a:rPr lang="ko-KR" altLang="en-US" dirty="0"/>
              <a:t>    성공</a:t>
            </a:r>
            <a:r>
              <a:rPr lang="en-US" altLang="ko-KR" dirty="0"/>
              <a:t>: </a:t>
            </a:r>
            <a:r>
              <a:rPr lang="ko-KR" altLang="en-US" dirty="0">
                <a:cs typeface="Arial" panose="020B0604020202020204" pitchFamily="34" charset="0"/>
              </a:rPr>
              <a:t>유해한 주제 </a:t>
            </a:r>
            <a:r>
              <a:rPr lang="en-US" altLang="ko-KR" dirty="0">
                <a:cs typeface="Arial" panose="020B0604020202020204" pitchFamily="34" charset="0"/>
              </a:rPr>
              <a:t>(</a:t>
            </a:r>
            <a:r>
              <a:rPr lang="ko-KR" altLang="en-US" dirty="0">
                <a:cs typeface="Arial" panose="020B0604020202020204" pitchFamily="34" charset="0"/>
              </a:rPr>
              <a:t>높음</a:t>
            </a:r>
            <a:r>
              <a:rPr lang="en-US" altLang="ko-KR" dirty="0">
                <a:cs typeface="Arial" panose="020B0604020202020204" pitchFamily="34" charset="0"/>
              </a:rPr>
              <a:t>), </a:t>
            </a:r>
            <a:r>
              <a:rPr lang="ko-KR" altLang="en-US" dirty="0">
                <a:cs typeface="Arial" panose="020B0604020202020204" pitchFamily="34" charset="0"/>
              </a:rPr>
              <a:t>유해한 주제 </a:t>
            </a:r>
            <a:r>
              <a:rPr lang="en-US" altLang="ko-KR" dirty="0">
                <a:cs typeface="Arial" panose="020B0604020202020204" pitchFamily="34" charset="0"/>
              </a:rPr>
              <a:t>(</a:t>
            </a:r>
            <a:r>
              <a:rPr lang="ko-KR" altLang="en-US" dirty="0">
                <a:cs typeface="Arial" panose="020B0604020202020204" pitchFamily="34" charset="0"/>
              </a:rPr>
              <a:t>다소 높음</a:t>
            </a:r>
            <a:r>
              <a:rPr lang="en-US" altLang="ko-KR" dirty="0">
                <a:cs typeface="Arial" panose="020B0604020202020204" pitchFamily="34" charset="0"/>
              </a:rPr>
              <a:t>), </a:t>
            </a:r>
            <a:r>
              <a:rPr lang="ko-KR" altLang="en-US" dirty="0">
                <a:cs typeface="Arial" panose="020B0604020202020204" pitchFamily="34" charset="0"/>
              </a:rPr>
              <a:t>선정성 </a:t>
            </a:r>
            <a:r>
              <a:rPr lang="en-US" altLang="ko-KR" dirty="0">
                <a:cs typeface="Arial" panose="020B0604020202020204" pitchFamily="34" charset="0"/>
              </a:rPr>
              <a:t>(</a:t>
            </a:r>
            <a:r>
              <a:rPr lang="ko-KR" altLang="en-US" dirty="0">
                <a:cs typeface="Arial" panose="020B0604020202020204" pitchFamily="34" charset="0"/>
              </a:rPr>
              <a:t>보통</a:t>
            </a:r>
            <a:r>
              <a:rPr lang="en-US" altLang="ko-KR" dirty="0">
                <a:cs typeface="Arial" panose="020B0604020202020204" pitchFamily="34" charset="0"/>
              </a:rPr>
              <a:t>), </a:t>
            </a:r>
            <a:r>
              <a:rPr lang="ko-KR" altLang="en-US" dirty="0">
                <a:cs typeface="Arial" panose="020B0604020202020204" pitchFamily="34" charset="0"/>
              </a:rPr>
              <a:t>공포 </a:t>
            </a:r>
            <a:r>
              <a:rPr lang="en-US" altLang="ko-KR" dirty="0">
                <a:cs typeface="Arial" panose="020B0604020202020204" pitchFamily="34" charset="0"/>
              </a:rPr>
              <a:t>(</a:t>
            </a:r>
            <a:r>
              <a:rPr lang="ko-KR" altLang="en-US" dirty="0">
                <a:cs typeface="Arial" panose="020B0604020202020204" pitchFamily="34" charset="0"/>
              </a:rPr>
              <a:t>높음</a:t>
            </a:r>
            <a:r>
              <a:rPr lang="en-US" altLang="ko-KR" dirty="0">
                <a:cs typeface="Arial" panose="020B0604020202020204" pitchFamily="34" charset="0"/>
              </a:rPr>
              <a:t>)</a:t>
            </a:r>
          </a:p>
          <a:p>
            <a:pPr algn="l"/>
            <a:r>
              <a:rPr lang="en-US" altLang="ko-KR" dirty="0"/>
              <a:t>    </a:t>
            </a:r>
            <a:r>
              <a:rPr lang="ko-KR" altLang="en-US" dirty="0"/>
              <a:t>실패</a:t>
            </a:r>
            <a:r>
              <a:rPr lang="en-US" altLang="ko-KR" dirty="0"/>
              <a:t>: </a:t>
            </a:r>
            <a:r>
              <a:rPr lang="ko-KR" altLang="en-US" dirty="0">
                <a:cs typeface="Arial" panose="020B0604020202020204" pitchFamily="34" charset="0"/>
              </a:rPr>
              <a:t>러닝타임</a:t>
            </a:r>
            <a:r>
              <a:rPr lang="ko-KR" altLang="en-US" dirty="0"/>
              <a:t> ▲</a:t>
            </a:r>
            <a:r>
              <a:rPr lang="en-US" altLang="ko-KR" dirty="0">
                <a:cs typeface="Arial" panose="020B0604020202020204" pitchFamily="34" charset="0"/>
              </a:rPr>
              <a:t>,</a:t>
            </a:r>
            <a:r>
              <a:rPr lang="ko-KR" altLang="en-US" dirty="0">
                <a:cs typeface="Arial" panose="020B0604020202020204" pitchFamily="34" charset="0"/>
              </a:rPr>
              <a:t> 유해한 주제 </a:t>
            </a:r>
            <a:r>
              <a:rPr lang="en-US" altLang="ko-KR" dirty="0">
                <a:cs typeface="Arial" panose="020B0604020202020204" pitchFamily="34" charset="0"/>
              </a:rPr>
              <a:t>(</a:t>
            </a:r>
            <a:r>
              <a:rPr lang="ko-KR" altLang="en-US" dirty="0">
                <a:cs typeface="Arial" panose="020B0604020202020204" pitchFamily="34" charset="0"/>
              </a:rPr>
              <a:t>보통</a:t>
            </a:r>
            <a:r>
              <a:rPr lang="en-US" altLang="ko-KR" dirty="0">
                <a:cs typeface="Arial" panose="020B0604020202020204" pitchFamily="34" charset="0"/>
              </a:rPr>
              <a:t>), </a:t>
            </a:r>
            <a:r>
              <a:rPr lang="ko-KR" altLang="en-US" dirty="0">
                <a:cs typeface="Arial" panose="020B0604020202020204" pitchFamily="34" charset="0"/>
              </a:rPr>
              <a:t>선정성 </a:t>
            </a:r>
            <a:r>
              <a:rPr lang="en-US" altLang="ko-KR" dirty="0">
                <a:cs typeface="Arial" panose="020B0604020202020204" pitchFamily="34" charset="0"/>
              </a:rPr>
              <a:t>(</a:t>
            </a:r>
            <a:r>
              <a:rPr lang="ko-KR" altLang="en-US" dirty="0">
                <a:cs typeface="Arial" panose="020B0604020202020204" pitchFamily="34" charset="0"/>
              </a:rPr>
              <a:t>다소 높음</a:t>
            </a:r>
            <a:r>
              <a:rPr lang="en-US" altLang="ko-KR" dirty="0">
                <a:cs typeface="Arial" panose="020B0604020202020204" pitchFamily="34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드라마 일반회귀 결과 유의한 </a:t>
            </a:r>
            <a:r>
              <a:rPr lang="en-US" altLang="ko-KR" dirty="0"/>
              <a:t>factor</a:t>
            </a:r>
          </a:p>
          <a:p>
            <a:pPr algn="l"/>
            <a:r>
              <a:rPr lang="ko-KR" altLang="en-US" dirty="0"/>
              <a:t>    성공</a:t>
            </a:r>
            <a:r>
              <a:rPr lang="en-US" altLang="ko-KR" dirty="0"/>
              <a:t>: </a:t>
            </a:r>
            <a:r>
              <a:rPr lang="ko-KR" altLang="en-US" dirty="0">
                <a:cs typeface="Arial" panose="020B0604020202020204" pitchFamily="34" charset="0"/>
              </a:rPr>
              <a:t>폭력성 </a:t>
            </a:r>
            <a:r>
              <a:rPr lang="en-US" altLang="ko-KR" dirty="0">
                <a:cs typeface="Arial" panose="020B0604020202020204" pitchFamily="34" charset="0"/>
              </a:rPr>
              <a:t>(</a:t>
            </a:r>
            <a:r>
              <a:rPr lang="ko-KR" altLang="en-US" dirty="0">
                <a:cs typeface="Arial" panose="020B0604020202020204" pitchFamily="34" charset="0"/>
              </a:rPr>
              <a:t>다소 높음</a:t>
            </a:r>
            <a:r>
              <a:rPr lang="en-US" altLang="ko-KR" dirty="0">
                <a:cs typeface="Arial" panose="020B0604020202020204" pitchFamily="34" charset="0"/>
              </a:rPr>
              <a:t>), </a:t>
            </a:r>
            <a:r>
              <a:rPr lang="ko-KR" altLang="en-US" dirty="0">
                <a:cs typeface="Arial" panose="020B0604020202020204" pitchFamily="34" charset="0"/>
              </a:rPr>
              <a:t>공포 </a:t>
            </a:r>
            <a:r>
              <a:rPr lang="en-US" altLang="ko-KR" dirty="0">
                <a:cs typeface="Arial" panose="020B0604020202020204" pitchFamily="34" charset="0"/>
              </a:rPr>
              <a:t>(</a:t>
            </a:r>
            <a:r>
              <a:rPr lang="ko-KR" altLang="en-US" dirty="0">
                <a:cs typeface="Arial" panose="020B0604020202020204" pitchFamily="34" charset="0"/>
              </a:rPr>
              <a:t>높음</a:t>
            </a:r>
            <a:r>
              <a:rPr lang="en-US" altLang="ko-KR" dirty="0">
                <a:cs typeface="Arial" panose="020B0604020202020204" pitchFamily="34" charset="0"/>
              </a:rPr>
              <a:t>)</a:t>
            </a:r>
          </a:p>
          <a:p>
            <a:pPr algn="l"/>
            <a:r>
              <a:rPr lang="en-US" altLang="ko-KR" dirty="0"/>
              <a:t>    </a:t>
            </a:r>
            <a:r>
              <a:rPr lang="ko-KR" altLang="en-US" dirty="0"/>
              <a:t>실패</a:t>
            </a:r>
            <a:r>
              <a:rPr lang="en-US" altLang="ko-KR" dirty="0"/>
              <a:t>: </a:t>
            </a:r>
            <a:r>
              <a:rPr lang="ko-KR" altLang="en-US" dirty="0">
                <a:cs typeface="Arial" panose="020B0604020202020204" pitchFamily="34" charset="0"/>
              </a:rPr>
              <a:t>감독 수상개수</a:t>
            </a:r>
            <a:r>
              <a:rPr lang="ko-KR" altLang="en-US" dirty="0"/>
              <a:t> ▲</a:t>
            </a:r>
            <a:r>
              <a:rPr lang="en-US" altLang="ko-KR" dirty="0">
                <a:cs typeface="Arial" panose="020B0604020202020204" pitchFamily="34" charset="0"/>
              </a:rPr>
              <a:t>, </a:t>
            </a:r>
            <a:r>
              <a:rPr lang="ko-KR" altLang="en-US" dirty="0">
                <a:cs typeface="Arial" panose="020B0604020202020204" pitchFamily="34" charset="0"/>
              </a:rPr>
              <a:t>유해한 주제 </a:t>
            </a:r>
            <a:r>
              <a:rPr lang="en-US" altLang="ko-KR" dirty="0">
                <a:cs typeface="Arial" panose="020B0604020202020204" pitchFamily="34" charset="0"/>
              </a:rPr>
              <a:t>(</a:t>
            </a:r>
            <a:r>
              <a:rPr lang="ko-KR" altLang="en-US" dirty="0">
                <a:cs typeface="Arial" panose="020B0604020202020204" pitchFamily="34" charset="0"/>
              </a:rPr>
              <a:t>보통</a:t>
            </a:r>
            <a:r>
              <a:rPr lang="en-US" altLang="ko-KR" dirty="0">
                <a:cs typeface="Arial" panose="020B0604020202020204" pitchFamily="34" charset="0"/>
              </a:rPr>
              <a:t>)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영화 일반회귀 결과 유의한 </a:t>
            </a:r>
            <a:r>
              <a:rPr lang="en-US" altLang="ko-KR" dirty="0"/>
              <a:t>factor</a:t>
            </a:r>
          </a:p>
          <a:p>
            <a:pPr algn="l"/>
            <a:r>
              <a:rPr lang="ko-KR" altLang="en-US" dirty="0"/>
              <a:t>    성공</a:t>
            </a:r>
            <a:r>
              <a:rPr lang="en-US" altLang="ko-KR" dirty="0"/>
              <a:t>: </a:t>
            </a:r>
            <a:r>
              <a:rPr lang="ko-KR" altLang="en-US" dirty="0">
                <a:cs typeface="Arial" panose="020B0604020202020204" pitchFamily="34" charset="0"/>
              </a:rPr>
              <a:t>모방위험 </a:t>
            </a:r>
            <a:r>
              <a:rPr lang="en-US" altLang="ko-KR" dirty="0">
                <a:cs typeface="Arial" panose="020B0604020202020204" pitchFamily="34" charset="0"/>
              </a:rPr>
              <a:t>(</a:t>
            </a:r>
            <a:r>
              <a:rPr lang="ko-KR" altLang="en-US" dirty="0">
                <a:cs typeface="Arial" panose="020B0604020202020204" pitchFamily="34" charset="0"/>
              </a:rPr>
              <a:t>높음</a:t>
            </a:r>
            <a:r>
              <a:rPr lang="en-US" altLang="ko-KR" dirty="0">
                <a:cs typeface="Arial" panose="020B0604020202020204" pitchFamily="34" charset="0"/>
              </a:rPr>
              <a:t>), </a:t>
            </a:r>
            <a:r>
              <a:rPr lang="ko-KR" altLang="en-US" dirty="0">
                <a:cs typeface="Arial" panose="020B0604020202020204" pitchFamily="34" charset="0"/>
              </a:rPr>
              <a:t>모방위험 </a:t>
            </a:r>
            <a:r>
              <a:rPr lang="en-US" altLang="ko-KR" dirty="0">
                <a:cs typeface="Arial" panose="020B0604020202020204" pitchFamily="34" charset="0"/>
              </a:rPr>
              <a:t>(</a:t>
            </a:r>
            <a:r>
              <a:rPr lang="ko-KR" altLang="en-US" dirty="0">
                <a:cs typeface="Arial" panose="020B0604020202020204" pitchFamily="34" charset="0"/>
              </a:rPr>
              <a:t>다소 높음</a:t>
            </a:r>
            <a:r>
              <a:rPr lang="en-US" altLang="ko-KR" dirty="0">
                <a:cs typeface="Arial" panose="020B0604020202020204" pitchFamily="34" charset="0"/>
              </a:rPr>
              <a:t>)</a:t>
            </a:r>
            <a:endParaRPr lang="en-US" altLang="ko-KR" dirty="0"/>
          </a:p>
          <a:p>
            <a:pPr algn="l"/>
            <a:r>
              <a:rPr lang="en-US" altLang="ko-KR" dirty="0"/>
              <a:t>    </a:t>
            </a:r>
            <a:r>
              <a:rPr lang="ko-KR" altLang="en-US" dirty="0"/>
              <a:t>실패</a:t>
            </a:r>
            <a:r>
              <a:rPr lang="en-US" altLang="ko-KR" dirty="0"/>
              <a:t>: </a:t>
            </a:r>
            <a:r>
              <a:rPr lang="ko-KR" altLang="en-US" dirty="0">
                <a:cs typeface="Arial" panose="020B0604020202020204" pitchFamily="34" charset="0"/>
              </a:rPr>
              <a:t>러닝타임 </a:t>
            </a:r>
            <a:r>
              <a:rPr lang="ko-KR" altLang="en-US" dirty="0"/>
              <a:t>▲</a:t>
            </a:r>
            <a:r>
              <a:rPr lang="en-US" altLang="ko-KR" dirty="0">
                <a:cs typeface="Arial" panose="020B0604020202020204" pitchFamily="34" charset="0"/>
              </a:rPr>
              <a:t>,</a:t>
            </a:r>
            <a:r>
              <a:rPr lang="ko-KR" altLang="en-US" dirty="0">
                <a:cs typeface="Arial" panose="020B0604020202020204" pitchFamily="34" charset="0"/>
              </a:rPr>
              <a:t>감독수상 개수</a:t>
            </a:r>
            <a:r>
              <a:rPr lang="ko-KR" altLang="en-US" dirty="0"/>
              <a:t> ▲</a:t>
            </a:r>
            <a:r>
              <a:rPr lang="en-US" altLang="ko-KR" dirty="0">
                <a:cs typeface="Arial" panose="020B0604020202020204" pitchFamily="34" charset="0"/>
              </a:rPr>
              <a:t>, </a:t>
            </a:r>
            <a:r>
              <a:rPr lang="ko-KR" altLang="en-US" dirty="0">
                <a:cs typeface="Arial" panose="020B0604020202020204" pitchFamily="34" charset="0"/>
              </a:rPr>
              <a:t>유해한 주제 </a:t>
            </a:r>
            <a:r>
              <a:rPr lang="en-US" altLang="ko-KR" dirty="0">
                <a:cs typeface="Arial" panose="020B0604020202020204" pitchFamily="34" charset="0"/>
              </a:rPr>
              <a:t>(</a:t>
            </a:r>
            <a:r>
              <a:rPr lang="ko-KR" altLang="en-US" dirty="0">
                <a:cs typeface="Arial" panose="020B0604020202020204" pitchFamily="34" charset="0"/>
              </a:rPr>
              <a:t>보통</a:t>
            </a:r>
            <a:r>
              <a:rPr lang="en-US" altLang="ko-KR" dirty="0">
                <a:cs typeface="Arial" panose="020B0604020202020204" pitchFamily="34" charset="0"/>
              </a:rPr>
              <a:t>), </a:t>
            </a:r>
            <a:r>
              <a:rPr lang="ko-KR" altLang="en-US" dirty="0">
                <a:cs typeface="Arial" panose="020B0604020202020204" pitchFamily="34" charset="0"/>
              </a:rPr>
              <a:t>선정성 </a:t>
            </a:r>
            <a:r>
              <a:rPr lang="en-US" altLang="ko-KR" dirty="0">
                <a:cs typeface="Arial" panose="020B0604020202020204" pitchFamily="34" charset="0"/>
              </a:rPr>
              <a:t>(</a:t>
            </a:r>
            <a:r>
              <a:rPr lang="ko-KR" altLang="en-US" dirty="0">
                <a:cs typeface="Arial" panose="020B0604020202020204" pitchFamily="34" charset="0"/>
              </a:rPr>
              <a:t>다소 높음</a:t>
            </a:r>
            <a:r>
              <a:rPr lang="en-US" altLang="ko-KR" dirty="0">
                <a:cs typeface="Arial" panose="020B0604020202020204" pitchFamily="34" charset="0"/>
              </a:rPr>
              <a:t>), </a:t>
            </a:r>
            <a:r>
              <a:rPr lang="ko-KR" altLang="en-US" dirty="0">
                <a:cs typeface="Arial" panose="020B0604020202020204" pitchFamily="34" charset="0"/>
              </a:rPr>
              <a:t>공포 </a:t>
            </a:r>
            <a:r>
              <a:rPr lang="en-US" altLang="ko-KR" dirty="0">
                <a:cs typeface="Arial" panose="020B0604020202020204" pitchFamily="34" charset="0"/>
              </a:rPr>
              <a:t>(</a:t>
            </a:r>
            <a:r>
              <a:rPr lang="ko-KR" altLang="en-US" dirty="0">
                <a:cs typeface="Arial" panose="020B0604020202020204" pitchFamily="34" charset="0"/>
              </a:rPr>
              <a:t>다소 높음</a:t>
            </a:r>
            <a:r>
              <a:rPr lang="en-US" altLang="ko-KR" dirty="0">
                <a:cs typeface="Arial" panose="020B0604020202020204" pitchFamily="34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일반회귀 결과  성공과 실패 데이터에서 유의한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factor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가 다르게 나옴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드라마의 경우 데이터가 적어 성공 실패로 나눌 시 회귀모델이 유의하지 않아 보인다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A68B164-0B46-442B-BE57-F6A4C27B7D9A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0">
            <a:extLst>
              <a:ext uri="{FF2B5EF4-FFF2-40B4-BE49-F238E27FC236}">
                <a16:creationId xmlns:a16="http://schemas.microsoft.com/office/drawing/2014/main" id="{573882B7-C7F3-42BD-8F99-E9E94ED08F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EAFB494-8D3F-4E85-B548-613086708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FFCADFC-8748-44A2-BDCF-9DE14DCE6F26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타원 11">
            <a:extLst>
              <a:ext uri="{FF2B5EF4-FFF2-40B4-BE49-F238E27FC236}">
                <a16:creationId xmlns:a16="http://schemas.microsoft.com/office/drawing/2014/main" id="{B769A45D-B938-4B25-8191-26A3F64BB442}"/>
              </a:ext>
            </a:extLst>
          </p:cNvPr>
          <p:cNvSpPr/>
          <p:nvPr/>
        </p:nvSpPr>
        <p:spPr>
          <a:xfrm>
            <a:off x="1296216" y="1108918"/>
            <a:ext cx="617677" cy="507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B2EC28B-9AA0-41F0-91B1-1A185017784B}"/>
              </a:ext>
            </a:extLst>
          </p:cNvPr>
          <p:cNvGrpSpPr/>
          <p:nvPr/>
        </p:nvGrpSpPr>
        <p:grpSpPr>
          <a:xfrm>
            <a:off x="2258189" y="1578327"/>
            <a:ext cx="1189686" cy="45719"/>
            <a:chOff x="5844109" y="887373"/>
            <a:chExt cx="457200" cy="5334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B5920C5E-5E3A-43DC-920A-4E665423A685}"/>
                </a:ext>
              </a:extLst>
            </p:cNvPr>
            <p:cNvCxnSpPr/>
            <p:nvPr/>
          </p:nvCxnSpPr>
          <p:spPr>
            <a:xfrm>
              <a:off x="5844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BCB426DC-C37E-49A9-A9DC-2DBC5D74CF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03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E1AD1678-083B-41CA-BB91-07EF47F4AD01}"/>
                </a:ext>
              </a:extLst>
            </p:cNvPr>
            <p:cNvCxnSpPr/>
            <p:nvPr/>
          </p:nvCxnSpPr>
          <p:spPr>
            <a:xfrm>
              <a:off x="59965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1C89D1FE-B1F6-41E0-A827-C973A45CEF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27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94537A34-3278-47E3-A6E5-19F568407DDA}"/>
                </a:ext>
              </a:extLst>
            </p:cNvPr>
            <p:cNvCxnSpPr/>
            <p:nvPr/>
          </p:nvCxnSpPr>
          <p:spPr>
            <a:xfrm>
              <a:off x="61489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621DBE82-1569-4251-8630-892F0A380F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FD29EAED-E6AB-47E1-B15C-AC4EC92D2C14}"/>
              </a:ext>
            </a:extLst>
          </p:cNvPr>
          <p:cNvSpPr txBox="1"/>
          <p:nvPr/>
        </p:nvSpPr>
        <p:spPr>
          <a:xfrm>
            <a:off x="2152995" y="1108918"/>
            <a:ext cx="6683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일반회귀 </a:t>
            </a:r>
            <a:r>
              <a:rPr lang="ko-KR" altLang="en-US" dirty="0"/>
              <a:t>결과해석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DF0810-5752-40C6-AED2-A27B0A5FEB6B}"/>
              </a:ext>
            </a:extLst>
          </p:cNvPr>
          <p:cNvSpPr txBox="1"/>
          <p:nvPr/>
        </p:nvSpPr>
        <p:spPr>
          <a:xfrm>
            <a:off x="7899401" y="1103016"/>
            <a:ext cx="42698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dirty="0"/>
              <a:t>▼ </a:t>
            </a:r>
            <a:r>
              <a:rPr lang="en-US" altLang="ko-KR" dirty="0"/>
              <a:t>: </a:t>
            </a:r>
            <a:r>
              <a:rPr lang="ko-KR" altLang="en-US" dirty="0"/>
              <a:t>수치가 낮아질 수록 평점이 높아짐</a:t>
            </a:r>
            <a:endParaRPr lang="en-US" altLang="ko-KR" dirty="0"/>
          </a:p>
          <a:p>
            <a:r>
              <a:rPr lang="ko-KR" altLang="en-US" dirty="0"/>
              <a:t>▲ </a:t>
            </a:r>
            <a:r>
              <a:rPr lang="en-US" altLang="ko-KR" dirty="0"/>
              <a:t>: </a:t>
            </a:r>
            <a:r>
              <a:rPr lang="ko-KR" altLang="en-US" dirty="0"/>
              <a:t>수치가 높아질 수록 평점이 높아짐</a:t>
            </a:r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27015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EB98035-F76F-4D91-9C8B-CCA21832AF76}"/>
              </a:ext>
            </a:extLst>
          </p:cNvPr>
          <p:cNvSpPr txBox="1"/>
          <p:nvPr/>
        </p:nvSpPr>
        <p:spPr>
          <a:xfrm>
            <a:off x="733032" y="1796386"/>
            <a:ext cx="1072593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드라마 </a:t>
            </a:r>
            <a:r>
              <a:rPr lang="en-US" altLang="ko-KR" dirty="0"/>
              <a:t>&amp; </a:t>
            </a:r>
            <a:r>
              <a:rPr lang="ko-KR" altLang="en-US" dirty="0"/>
              <a:t>영화 일반회귀 결과 유의한 </a:t>
            </a:r>
            <a:r>
              <a:rPr lang="en-US" altLang="ko-KR" dirty="0"/>
              <a:t>factor</a:t>
            </a:r>
          </a:p>
          <a:p>
            <a:r>
              <a:rPr lang="ko-KR" altLang="en-US" dirty="0"/>
              <a:t>    성공</a:t>
            </a:r>
            <a:r>
              <a:rPr lang="en-US" altLang="ko-KR" dirty="0"/>
              <a:t>: </a:t>
            </a:r>
            <a:r>
              <a:rPr lang="ko-KR" altLang="en-US" dirty="0"/>
              <a:t>유해한 주제 ▲</a:t>
            </a:r>
            <a:r>
              <a:rPr lang="en-US" altLang="ko-KR" dirty="0"/>
              <a:t>,</a:t>
            </a:r>
            <a:r>
              <a:rPr lang="ko-KR" altLang="en-US" dirty="0"/>
              <a:t> 선정적 정도 ▲</a:t>
            </a:r>
            <a:r>
              <a:rPr lang="en-US" altLang="ko-KR" dirty="0"/>
              <a:t>, </a:t>
            </a:r>
            <a:r>
              <a:rPr lang="ko-KR" altLang="en-US" dirty="0"/>
              <a:t>공포 ▲</a:t>
            </a:r>
            <a:endParaRPr lang="en-US" altLang="ko-KR" dirty="0"/>
          </a:p>
          <a:p>
            <a:r>
              <a:rPr lang="en-US" altLang="ko-KR" dirty="0"/>
              <a:t>    </a:t>
            </a:r>
            <a:r>
              <a:rPr lang="ko-KR" altLang="en-US" dirty="0"/>
              <a:t>실패</a:t>
            </a:r>
            <a:r>
              <a:rPr lang="en-US" altLang="ko-KR" dirty="0"/>
              <a:t>: </a:t>
            </a:r>
            <a:r>
              <a:rPr lang="ko-KR" altLang="en-US" dirty="0"/>
              <a:t>러닝타임 ▲</a:t>
            </a:r>
            <a:r>
              <a:rPr lang="en-US" altLang="ko-KR" dirty="0"/>
              <a:t>, </a:t>
            </a:r>
            <a:r>
              <a:rPr lang="ko-KR" altLang="en-US" dirty="0"/>
              <a:t>감독 수상개수 ▲</a:t>
            </a:r>
            <a:r>
              <a:rPr lang="en-US" altLang="ko-KR" dirty="0"/>
              <a:t>, </a:t>
            </a:r>
            <a:r>
              <a:rPr lang="ko-KR" altLang="en-US" dirty="0"/>
              <a:t>유해한 주제 ▲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드라마 일반회귀 결과 유의한 </a:t>
            </a:r>
            <a:r>
              <a:rPr lang="en-US" altLang="ko-KR" dirty="0"/>
              <a:t>factor</a:t>
            </a:r>
          </a:p>
          <a:p>
            <a:r>
              <a:rPr lang="ko-KR" altLang="en-US" dirty="0"/>
              <a:t>    성공</a:t>
            </a:r>
            <a:r>
              <a:rPr lang="en-US" altLang="ko-KR" dirty="0"/>
              <a:t>: </a:t>
            </a:r>
            <a:r>
              <a:rPr lang="ko-KR" altLang="en-US" dirty="0"/>
              <a:t>연도 ▼</a:t>
            </a:r>
            <a:r>
              <a:rPr lang="en-US" altLang="ko-KR" dirty="0"/>
              <a:t>, </a:t>
            </a:r>
            <a:r>
              <a:rPr lang="ko-KR" altLang="en-US" dirty="0"/>
              <a:t>폭력성 ▲</a:t>
            </a:r>
            <a:endParaRPr lang="en-US" altLang="ko-KR" dirty="0"/>
          </a:p>
          <a:p>
            <a:r>
              <a:rPr lang="en-US" altLang="ko-KR" dirty="0"/>
              <a:t>    </a:t>
            </a:r>
            <a:r>
              <a:rPr lang="ko-KR" altLang="en-US" dirty="0"/>
              <a:t>실패</a:t>
            </a:r>
            <a:r>
              <a:rPr lang="en-US" altLang="ko-KR" dirty="0"/>
              <a:t>: </a:t>
            </a:r>
            <a:r>
              <a:rPr lang="ko-KR" altLang="en-US" dirty="0"/>
              <a:t>러닝타임 ▲</a:t>
            </a:r>
            <a:r>
              <a:rPr lang="en-US" altLang="ko-KR" dirty="0"/>
              <a:t>, </a:t>
            </a:r>
            <a:r>
              <a:rPr lang="ko-KR" altLang="en-US" dirty="0"/>
              <a:t>유해한 주제 ▲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영화 일반회귀 결과 유의한 </a:t>
            </a:r>
            <a:r>
              <a:rPr lang="en-US" altLang="ko-KR" dirty="0"/>
              <a:t>factor</a:t>
            </a:r>
          </a:p>
          <a:p>
            <a:r>
              <a:rPr lang="ko-KR" altLang="en-US" dirty="0"/>
              <a:t>    성공</a:t>
            </a:r>
            <a:r>
              <a:rPr lang="en-US" altLang="ko-KR" dirty="0"/>
              <a:t>: </a:t>
            </a:r>
            <a:r>
              <a:rPr lang="ko-KR" altLang="en-US" dirty="0"/>
              <a:t>감독수상 개수 ▲</a:t>
            </a:r>
            <a:r>
              <a:rPr lang="en-US" altLang="ko-KR" dirty="0"/>
              <a:t>, </a:t>
            </a:r>
            <a:r>
              <a:rPr lang="ko-KR" altLang="en-US" dirty="0"/>
              <a:t>모방위험 ▼</a:t>
            </a:r>
            <a:endParaRPr lang="en-US" altLang="ko-KR" dirty="0"/>
          </a:p>
          <a:p>
            <a:r>
              <a:rPr lang="en-US" altLang="ko-KR" dirty="0"/>
              <a:t>    </a:t>
            </a:r>
            <a:r>
              <a:rPr lang="ko-KR" altLang="en-US" dirty="0"/>
              <a:t>실패</a:t>
            </a:r>
            <a:r>
              <a:rPr lang="en-US" altLang="ko-KR" dirty="0"/>
              <a:t>: </a:t>
            </a:r>
            <a:r>
              <a:rPr lang="ko-KR" altLang="en-US" dirty="0"/>
              <a:t>러닝타임 ▲</a:t>
            </a:r>
            <a:r>
              <a:rPr lang="en-US" altLang="ko-KR" dirty="0"/>
              <a:t>, </a:t>
            </a:r>
            <a:r>
              <a:rPr lang="ko-KR" altLang="en-US" dirty="0"/>
              <a:t>감독수상 ▲</a:t>
            </a:r>
            <a:r>
              <a:rPr lang="en-US" altLang="ko-KR" dirty="0"/>
              <a:t>, </a:t>
            </a:r>
            <a:r>
              <a:rPr lang="ko-KR" altLang="en-US" dirty="0"/>
              <a:t>유해주제 ▲</a:t>
            </a:r>
            <a:r>
              <a:rPr lang="en-US" altLang="ko-KR" dirty="0"/>
              <a:t>, </a:t>
            </a:r>
            <a:r>
              <a:rPr lang="ko-KR" altLang="en-US" dirty="0"/>
              <a:t>폭력성 ▲</a:t>
            </a:r>
            <a:r>
              <a:rPr lang="en-US" altLang="ko-KR" dirty="0"/>
              <a:t>, </a:t>
            </a:r>
            <a:r>
              <a:rPr lang="ko-KR" altLang="en-US" dirty="0"/>
              <a:t>공포 ▲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일반회귀 결과  성공과 실패 데이터에서 유의한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factor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가 다르게 나옴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드라마의 경우 데이터가 적어 성공 실패로 나눌 시 회귀모델이 유의하지 않아 보인다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A68B164-0B46-442B-BE57-F6A4C27B7D9A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0">
            <a:extLst>
              <a:ext uri="{FF2B5EF4-FFF2-40B4-BE49-F238E27FC236}">
                <a16:creationId xmlns:a16="http://schemas.microsoft.com/office/drawing/2014/main" id="{573882B7-C7F3-42BD-8F99-E9E94ED08F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EAFB494-8D3F-4E85-B548-613086708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FFCADFC-8748-44A2-BDCF-9DE14DCE6F26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타원 11">
            <a:extLst>
              <a:ext uri="{FF2B5EF4-FFF2-40B4-BE49-F238E27FC236}">
                <a16:creationId xmlns:a16="http://schemas.microsoft.com/office/drawing/2014/main" id="{B769A45D-B938-4B25-8191-26A3F64BB442}"/>
              </a:ext>
            </a:extLst>
          </p:cNvPr>
          <p:cNvSpPr/>
          <p:nvPr/>
        </p:nvSpPr>
        <p:spPr>
          <a:xfrm>
            <a:off x="1296216" y="1108918"/>
            <a:ext cx="617677" cy="507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B2EC28B-9AA0-41F0-91B1-1A185017784B}"/>
              </a:ext>
            </a:extLst>
          </p:cNvPr>
          <p:cNvGrpSpPr/>
          <p:nvPr/>
        </p:nvGrpSpPr>
        <p:grpSpPr>
          <a:xfrm>
            <a:off x="2258189" y="1578327"/>
            <a:ext cx="1189686" cy="45719"/>
            <a:chOff x="5844109" y="887373"/>
            <a:chExt cx="457200" cy="5334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B5920C5E-5E3A-43DC-920A-4E665423A685}"/>
                </a:ext>
              </a:extLst>
            </p:cNvPr>
            <p:cNvCxnSpPr/>
            <p:nvPr/>
          </p:nvCxnSpPr>
          <p:spPr>
            <a:xfrm>
              <a:off x="5844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BCB426DC-C37E-49A9-A9DC-2DBC5D74CF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03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E1AD1678-083B-41CA-BB91-07EF47F4AD01}"/>
                </a:ext>
              </a:extLst>
            </p:cNvPr>
            <p:cNvCxnSpPr/>
            <p:nvPr/>
          </p:nvCxnSpPr>
          <p:spPr>
            <a:xfrm>
              <a:off x="59965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1C89D1FE-B1F6-41E0-A827-C973A45CEF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27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94537A34-3278-47E3-A6E5-19F568407DDA}"/>
                </a:ext>
              </a:extLst>
            </p:cNvPr>
            <p:cNvCxnSpPr/>
            <p:nvPr/>
          </p:nvCxnSpPr>
          <p:spPr>
            <a:xfrm>
              <a:off x="61489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621DBE82-1569-4251-8630-892F0A380F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FD29EAED-E6AB-47E1-B15C-AC4EC92D2C14}"/>
              </a:ext>
            </a:extLst>
          </p:cNvPr>
          <p:cNvSpPr txBox="1"/>
          <p:nvPr/>
        </p:nvSpPr>
        <p:spPr>
          <a:xfrm>
            <a:off x="2152995" y="1108918"/>
            <a:ext cx="6683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ANOVA</a:t>
            </a:r>
            <a:r>
              <a:rPr lang="ko-KR" altLang="en-US" dirty="0"/>
              <a:t> 결과해석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DF0810-5752-40C6-AED2-A27B0A5FEB6B}"/>
              </a:ext>
            </a:extLst>
          </p:cNvPr>
          <p:cNvSpPr txBox="1"/>
          <p:nvPr/>
        </p:nvSpPr>
        <p:spPr>
          <a:xfrm>
            <a:off x="7899401" y="1103016"/>
            <a:ext cx="42698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dirty="0"/>
              <a:t>▼ </a:t>
            </a:r>
            <a:r>
              <a:rPr lang="en-US" altLang="ko-KR" dirty="0"/>
              <a:t>: </a:t>
            </a:r>
            <a:r>
              <a:rPr lang="ko-KR" altLang="en-US" dirty="0"/>
              <a:t>수치가 낮아질 수록 평점이 높아짐</a:t>
            </a:r>
            <a:endParaRPr lang="en-US" altLang="ko-KR" dirty="0"/>
          </a:p>
          <a:p>
            <a:r>
              <a:rPr lang="ko-KR" altLang="en-US" dirty="0"/>
              <a:t>▲ </a:t>
            </a:r>
            <a:r>
              <a:rPr lang="en-US" altLang="ko-KR" dirty="0"/>
              <a:t>: </a:t>
            </a:r>
            <a:r>
              <a:rPr lang="ko-KR" altLang="en-US" dirty="0"/>
              <a:t>수치가 높아질 수록 평점이 높아짐</a:t>
            </a:r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9091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1764</TotalTime>
  <Words>983</Words>
  <Application>Microsoft Office PowerPoint</Application>
  <PresentationFormat>와이드스크린</PresentationFormat>
  <Paragraphs>151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5" baseType="lpstr">
      <vt:lpstr>-apple-system</vt:lpstr>
      <vt:lpstr>Helvetica Neue</vt:lpstr>
      <vt:lpstr>맑은 고딕</vt:lpstr>
      <vt:lpstr>Arial</vt:lpstr>
      <vt:lpstr>Office 테마</vt:lpstr>
      <vt:lpstr>I-GPS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I-GPS</dc:title>
  <dc:creator>조용식</dc:creator>
  <cp:lastModifiedBy>김정호</cp:lastModifiedBy>
  <cp:revision>104</cp:revision>
  <dcterms:created xsi:type="dcterms:W3CDTF">2021-04-06T03:48:35Z</dcterms:created>
  <dcterms:modified xsi:type="dcterms:W3CDTF">2021-07-21T07:27:48Z</dcterms:modified>
</cp:coreProperties>
</file>