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74" r:id="rId3"/>
    <p:sldId id="257" r:id="rId4"/>
    <p:sldId id="276" r:id="rId5"/>
    <p:sldId id="258" r:id="rId6"/>
    <p:sldId id="282" r:id="rId7"/>
    <p:sldId id="281" r:id="rId8"/>
    <p:sldId id="280" r:id="rId9"/>
    <p:sldId id="260" r:id="rId10"/>
    <p:sldId id="266" r:id="rId11"/>
    <p:sldId id="267" r:id="rId12"/>
    <p:sldId id="269" r:id="rId13"/>
    <p:sldId id="268" r:id="rId14"/>
    <p:sldId id="270" r:id="rId15"/>
    <p:sldId id="272" r:id="rId16"/>
    <p:sldId id="283" r:id="rId17"/>
    <p:sldId id="284" r:id="rId18"/>
    <p:sldId id="285" r:id="rId19"/>
    <p:sldId id="286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조용식" initials="조" lastIdx="4" clrIdx="0">
    <p:extLst>
      <p:ext uri="{19B8F6BF-5375-455C-9EA6-DF929625EA0E}">
        <p15:presenceInfo xmlns:p15="http://schemas.microsoft.com/office/powerpoint/2012/main" userId="S::12184816@inha.edu::5318144e-7c9b-420e-94db-350379f28c7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6BF634-3F07-4E62-BB86-A66F7443F0BB}" v="91" dt="2021-07-13T01:33:33.5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9" autoAdjust="0"/>
    <p:restoredTop sz="94660"/>
  </p:normalViewPr>
  <p:slideViewPr>
    <p:cSldViewPr snapToGrid="0">
      <p:cViewPr varScale="1">
        <p:scale>
          <a:sx n="76" d="100"/>
          <a:sy n="76" d="100"/>
        </p:scale>
        <p:origin x="9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370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정호" userId="a115ac67-88fc-423e-bd34-78ee0fe0a2b7" providerId="ADAL" clId="{546BF634-3F07-4E62-BB86-A66F7443F0BB}"/>
    <pc:docChg chg="undo redo custSel addSld delSld modSld">
      <pc:chgData name="김정호" userId="a115ac67-88fc-423e-bd34-78ee0fe0a2b7" providerId="ADAL" clId="{546BF634-3F07-4E62-BB86-A66F7443F0BB}" dt="2021-07-21T02:02:18.346" v="671" actId="478"/>
      <pc:docMkLst>
        <pc:docMk/>
      </pc:docMkLst>
      <pc:sldChg chg="addSp delSp modSp mod">
        <pc:chgData name="김정호" userId="a115ac67-88fc-423e-bd34-78ee0fe0a2b7" providerId="ADAL" clId="{546BF634-3F07-4E62-BB86-A66F7443F0BB}" dt="2021-07-12T11:37:15.751" v="4" actId="478"/>
        <pc:sldMkLst>
          <pc:docMk/>
          <pc:sldMk cId="2026012488" sldId="257"/>
        </pc:sldMkLst>
        <pc:picChg chg="add del mod">
          <ac:chgData name="김정호" userId="a115ac67-88fc-423e-bd34-78ee0fe0a2b7" providerId="ADAL" clId="{546BF634-3F07-4E62-BB86-A66F7443F0BB}" dt="2021-07-12T11:37:15.751" v="4" actId="478"/>
          <ac:picMkLst>
            <pc:docMk/>
            <pc:sldMk cId="2026012488" sldId="257"/>
            <ac:picMk id="8" creationId="{A518CCEA-4949-4E62-A20B-FD7D735C2841}"/>
          </ac:picMkLst>
        </pc:picChg>
      </pc:sldChg>
      <pc:sldChg chg="addSp delSp modSp mod">
        <pc:chgData name="김정호" userId="a115ac67-88fc-423e-bd34-78ee0fe0a2b7" providerId="ADAL" clId="{546BF634-3F07-4E62-BB86-A66F7443F0BB}" dt="2021-07-12T12:02:55.070" v="251" actId="6549"/>
        <pc:sldMkLst>
          <pc:docMk/>
          <pc:sldMk cId="3421291493" sldId="267"/>
        </pc:sldMkLst>
        <pc:spChg chg="mod">
          <ac:chgData name="김정호" userId="a115ac67-88fc-423e-bd34-78ee0fe0a2b7" providerId="ADAL" clId="{546BF634-3F07-4E62-BB86-A66F7443F0BB}" dt="2021-07-12T11:56:06.604" v="184" actId="20577"/>
          <ac:spMkLst>
            <pc:docMk/>
            <pc:sldMk cId="3421291493" sldId="267"/>
            <ac:spMk id="18" creationId="{08F67CF5-5B39-40CA-88D2-ABC5A7BF8475}"/>
          </ac:spMkLst>
        </pc:spChg>
        <pc:spChg chg="mod">
          <ac:chgData name="김정호" userId="a115ac67-88fc-423e-bd34-78ee0fe0a2b7" providerId="ADAL" clId="{546BF634-3F07-4E62-BB86-A66F7443F0BB}" dt="2021-07-12T12:02:55.070" v="251" actId="6549"/>
          <ac:spMkLst>
            <pc:docMk/>
            <pc:sldMk cId="3421291493" sldId="267"/>
            <ac:spMk id="20" creationId="{D301CA17-55A9-4921-858C-17F721AF513B}"/>
          </ac:spMkLst>
        </pc:spChg>
        <pc:picChg chg="add mod modCrop">
          <ac:chgData name="김정호" userId="a115ac67-88fc-423e-bd34-78ee0fe0a2b7" providerId="ADAL" clId="{546BF634-3F07-4E62-BB86-A66F7443F0BB}" dt="2021-07-12T11:38:59.750" v="12" actId="1076"/>
          <ac:picMkLst>
            <pc:docMk/>
            <pc:sldMk cId="3421291493" sldId="267"/>
            <ac:picMk id="8" creationId="{F5E6DE99-89A7-4FD3-A77F-4D3D414EDAA3}"/>
          </ac:picMkLst>
        </pc:picChg>
        <pc:picChg chg="del">
          <ac:chgData name="김정호" userId="a115ac67-88fc-423e-bd34-78ee0fe0a2b7" providerId="ADAL" clId="{546BF634-3F07-4E62-BB86-A66F7443F0BB}" dt="2021-07-12T11:38:55.399" v="11" actId="478"/>
          <ac:picMkLst>
            <pc:docMk/>
            <pc:sldMk cId="3421291493" sldId="267"/>
            <ac:picMk id="10" creationId="{4BBDC970-8E90-4384-A261-703D4E6D7800}"/>
          </ac:picMkLst>
        </pc:picChg>
        <pc:picChg chg="del">
          <ac:chgData name="김정호" userId="a115ac67-88fc-423e-bd34-78ee0fe0a2b7" providerId="ADAL" clId="{546BF634-3F07-4E62-BB86-A66F7443F0BB}" dt="2021-07-12T11:39:29.807" v="16" actId="478"/>
          <ac:picMkLst>
            <pc:docMk/>
            <pc:sldMk cId="3421291493" sldId="267"/>
            <ac:picMk id="19" creationId="{E81791DD-4F7D-4D56-A951-03A02B17FFF8}"/>
          </ac:picMkLst>
        </pc:picChg>
        <pc:picChg chg="add mod">
          <ac:chgData name="김정호" userId="a115ac67-88fc-423e-bd34-78ee0fe0a2b7" providerId="ADAL" clId="{546BF634-3F07-4E62-BB86-A66F7443F0BB}" dt="2021-07-12T11:49:00.635" v="130" actId="1076"/>
          <ac:picMkLst>
            <pc:docMk/>
            <pc:sldMk cId="3421291493" sldId="267"/>
            <ac:picMk id="23" creationId="{0C58DCDF-BB42-4ECB-B207-17F1981FE958}"/>
          </ac:picMkLst>
        </pc:picChg>
      </pc:sldChg>
      <pc:sldChg chg="addSp delSp modSp mod">
        <pc:chgData name="김정호" userId="a115ac67-88fc-423e-bd34-78ee0fe0a2b7" providerId="ADAL" clId="{546BF634-3F07-4E62-BB86-A66F7443F0BB}" dt="2021-07-12T12:03:09.352" v="252" actId="20577"/>
        <pc:sldMkLst>
          <pc:docMk/>
          <pc:sldMk cId="248195568" sldId="268"/>
        </pc:sldMkLst>
        <pc:spChg chg="mod">
          <ac:chgData name="김정호" userId="a115ac67-88fc-423e-bd34-78ee0fe0a2b7" providerId="ADAL" clId="{546BF634-3F07-4E62-BB86-A66F7443F0BB}" dt="2021-07-12T11:57:21.051" v="198" actId="2711"/>
          <ac:spMkLst>
            <pc:docMk/>
            <pc:sldMk cId="248195568" sldId="268"/>
            <ac:spMk id="18" creationId="{EED70AB1-75B9-4B91-86BB-2F8BE7B23B3B}"/>
          </ac:spMkLst>
        </pc:spChg>
        <pc:spChg chg="mod">
          <ac:chgData name="김정호" userId="a115ac67-88fc-423e-bd34-78ee0fe0a2b7" providerId="ADAL" clId="{546BF634-3F07-4E62-BB86-A66F7443F0BB}" dt="2021-07-12T12:03:09.352" v="252" actId="20577"/>
          <ac:spMkLst>
            <pc:docMk/>
            <pc:sldMk cId="248195568" sldId="268"/>
            <ac:spMk id="19" creationId="{78C3E572-27E4-4BB8-AFEE-DD48E898B660}"/>
          </ac:spMkLst>
        </pc:spChg>
        <pc:picChg chg="del">
          <ac:chgData name="김정호" userId="a115ac67-88fc-423e-bd34-78ee0fe0a2b7" providerId="ADAL" clId="{546BF634-3F07-4E62-BB86-A66F7443F0BB}" dt="2021-07-12T11:46:29.655" v="106" actId="478"/>
          <ac:picMkLst>
            <pc:docMk/>
            <pc:sldMk cId="248195568" sldId="268"/>
            <ac:picMk id="8" creationId="{31E36A32-8811-4355-889A-02B188343E3C}"/>
          </ac:picMkLst>
        </pc:picChg>
        <pc:picChg chg="add mod">
          <ac:chgData name="김정호" userId="a115ac67-88fc-423e-bd34-78ee0fe0a2b7" providerId="ADAL" clId="{546BF634-3F07-4E62-BB86-A66F7443F0BB}" dt="2021-07-12T11:49:52.052" v="133" actId="1076"/>
          <ac:picMkLst>
            <pc:docMk/>
            <pc:sldMk cId="248195568" sldId="268"/>
            <ac:picMk id="10" creationId="{13668D6C-BD79-4B29-9842-DD110AF0868E}"/>
          </ac:picMkLst>
        </pc:picChg>
        <pc:picChg chg="del">
          <ac:chgData name="김정호" userId="a115ac67-88fc-423e-bd34-78ee0fe0a2b7" providerId="ADAL" clId="{546BF634-3F07-4E62-BB86-A66F7443F0BB}" dt="2021-07-12T11:46:37.873" v="108" actId="478"/>
          <ac:picMkLst>
            <pc:docMk/>
            <pc:sldMk cId="248195568" sldId="268"/>
            <ac:picMk id="20" creationId="{0748D271-19D3-440D-B403-860125C2E715}"/>
          </ac:picMkLst>
        </pc:picChg>
        <pc:picChg chg="add mod modCrop">
          <ac:chgData name="김정호" userId="a115ac67-88fc-423e-bd34-78ee0fe0a2b7" providerId="ADAL" clId="{546BF634-3F07-4E62-BB86-A66F7443F0BB}" dt="2021-07-12T11:50:03.003" v="135" actId="732"/>
          <ac:picMkLst>
            <pc:docMk/>
            <pc:sldMk cId="248195568" sldId="268"/>
            <ac:picMk id="22" creationId="{1D33A453-B7C3-4D47-AC1D-33B0E69DF3DA}"/>
          </ac:picMkLst>
        </pc:picChg>
      </pc:sldChg>
      <pc:sldChg chg="addSp delSp modSp mod">
        <pc:chgData name="김정호" userId="a115ac67-88fc-423e-bd34-78ee0fe0a2b7" providerId="ADAL" clId="{546BF634-3F07-4E62-BB86-A66F7443F0BB}" dt="2021-07-12T12:02:29.141" v="248" actId="20577"/>
        <pc:sldMkLst>
          <pc:docMk/>
          <pc:sldMk cId="3802387367" sldId="269"/>
        </pc:sldMkLst>
        <pc:spChg chg="mod">
          <ac:chgData name="김정호" userId="a115ac67-88fc-423e-bd34-78ee0fe0a2b7" providerId="ADAL" clId="{546BF634-3F07-4E62-BB86-A66F7443F0BB}" dt="2021-07-12T12:02:29.141" v="248" actId="20577"/>
          <ac:spMkLst>
            <pc:docMk/>
            <pc:sldMk cId="3802387367" sldId="269"/>
            <ac:spMk id="3" creationId="{C6298E42-9DE4-4FA3-9413-5A23157BAB1C}"/>
          </ac:spMkLst>
        </pc:spChg>
        <pc:spChg chg="mod">
          <ac:chgData name="김정호" userId="a115ac67-88fc-423e-bd34-78ee0fe0a2b7" providerId="ADAL" clId="{546BF634-3F07-4E62-BB86-A66F7443F0BB}" dt="2021-07-12T11:56:50.830" v="194" actId="2711"/>
          <ac:spMkLst>
            <pc:docMk/>
            <pc:sldMk cId="3802387367" sldId="269"/>
            <ac:spMk id="18" creationId="{EFDF89B1-5D7D-4A06-8B50-5BA4E8E3ECF1}"/>
          </ac:spMkLst>
        </pc:spChg>
        <pc:picChg chg="del">
          <ac:chgData name="김정호" userId="a115ac67-88fc-423e-bd34-78ee0fe0a2b7" providerId="ADAL" clId="{546BF634-3F07-4E62-BB86-A66F7443F0BB}" dt="2021-07-12T11:46:14.323" v="102" actId="478"/>
          <ac:picMkLst>
            <pc:docMk/>
            <pc:sldMk cId="3802387367" sldId="269"/>
            <ac:picMk id="8" creationId="{92F9D275-5318-412F-8E49-74FCF813840D}"/>
          </ac:picMkLst>
        </pc:picChg>
        <pc:picChg chg="add mod">
          <ac:chgData name="김정호" userId="a115ac67-88fc-423e-bd34-78ee0fe0a2b7" providerId="ADAL" clId="{546BF634-3F07-4E62-BB86-A66F7443F0BB}" dt="2021-07-12T11:46:19.182" v="103" actId="1076"/>
          <ac:picMkLst>
            <pc:docMk/>
            <pc:sldMk cId="3802387367" sldId="269"/>
            <ac:picMk id="19" creationId="{8587D653-39EC-4AE4-8C3B-ECF0D039FB76}"/>
          </ac:picMkLst>
        </pc:picChg>
        <pc:picChg chg="del">
          <ac:chgData name="김정호" userId="a115ac67-88fc-423e-bd34-78ee0fe0a2b7" providerId="ADAL" clId="{546BF634-3F07-4E62-BB86-A66F7443F0BB}" dt="2021-07-12T11:46:21.059" v="104" actId="478"/>
          <ac:picMkLst>
            <pc:docMk/>
            <pc:sldMk cId="3802387367" sldId="269"/>
            <ac:picMk id="20" creationId="{55422D01-CF98-426C-9DD5-6FF297B5DB32}"/>
          </ac:picMkLst>
        </pc:picChg>
        <pc:picChg chg="add mod modCrop">
          <ac:chgData name="김정호" userId="a115ac67-88fc-423e-bd34-78ee0fe0a2b7" providerId="ADAL" clId="{546BF634-3F07-4E62-BB86-A66F7443F0BB}" dt="2021-07-12T11:48:48.651" v="129" actId="732"/>
          <ac:picMkLst>
            <pc:docMk/>
            <pc:sldMk cId="3802387367" sldId="269"/>
            <ac:picMk id="22" creationId="{304C61DC-ADC1-41F9-9ABF-36707CB37D21}"/>
          </ac:picMkLst>
        </pc:picChg>
      </pc:sldChg>
      <pc:sldChg chg="addSp delSp modSp mod">
        <pc:chgData name="김정호" userId="a115ac67-88fc-423e-bd34-78ee0fe0a2b7" providerId="ADAL" clId="{546BF634-3F07-4E62-BB86-A66F7443F0BB}" dt="2021-07-12T12:05:20.250" v="287" actId="1076"/>
        <pc:sldMkLst>
          <pc:docMk/>
          <pc:sldMk cId="3253722260" sldId="270"/>
        </pc:sldMkLst>
        <pc:spChg chg="mod">
          <ac:chgData name="김정호" userId="a115ac67-88fc-423e-bd34-78ee0fe0a2b7" providerId="ADAL" clId="{546BF634-3F07-4E62-BB86-A66F7443F0BB}" dt="2021-07-12T12:05:20.250" v="287" actId="1076"/>
          <ac:spMkLst>
            <pc:docMk/>
            <pc:sldMk cId="3253722260" sldId="270"/>
            <ac:spMk id="18" creationId="{D02EDABA-E0E5-4AFC-B975-18369229FC35}"/>
          </ac:spMkLst>
        </pc:spChg>
        <pc:spChg chg="del mod">
          <ac:chgData name="김정호" userId="a115ac67-88fc-423e-bd34-78ee0fe0a2b7" providerId="ADAL" clId="{546BF634-3F07-4E62-BB86-A66F7443F0BB}" dt="2021-07-12T12:05:12.517" v="286" actId="478"/>
          <ac:spMkLst>
            <pc:docMk/>
            <pc:sldMk cId="3253722260" sldId="270"/>
            <ac:spMk id="19" creationId="{D4A74952-4490-4089-AC57-658CA126E987}"/>
          </ac:spMkLst>
        </pc:spChg>
        <pc:spChg chg="mod">
          <ac:chgData name="김정호" userId="a115ac67-88fc-423e-bd34-78ee0fe0a2b7" providerId="ADAL" clId="{546BF634-3F07-4E62-BB86-A66F7443F0BB}" dt="2021-07-12T12:05:20.250" v="287" actId="1076"/>
          <ac:spMkLst>
            <pc:docMk/>
            <pc:sldMk cId="3253722260" sldId="270"/>
            <ac:spMk id="21" creationId="{8113EFF0-C2CC-4643-AE93-1BC701FAA589}"/>
          </ac:spMkLst>
        </pc:spChg>
        <pc:picChg chg="del">
          <ac:chgData name="김정호" userId="a115ac67-88fc-423e-bd34-78ee0fe0a2b7" providerId="ADAL" clId="{546BF634-3F07-4E62-BB86-A66F7443F0BB}" dt="2021-07-12T11:46:45.102" v="110" actId="478"/>
          <ac:picMkLst>
            <pc:docMk/>
            <pc:sldMk cId="3253722260" sldId="270"/>
            <ac:picMk id="8" creationId="{29AF40AA-6716-4FC3-89CC-6FF847456371}"/>
          </ac:picMkLst>
        </pc:picChg>
        <pc:picChg chg="add mod">
          <ac:chgData name="김정호" userId="a115ac67-88fc-423e-bd34-78ee0fe0a2b7" providerId="ADAL" clId="{546BF634-3F07-4E62-BB86-A66F7443F0BB}" dt="2021-07-12T12:05:20.250" v="287" actId="1076"/>
          <ac:picMkLst>
            <pc:docMk/>
            <pc:sldMk cId="3253722260" sldId="270"/>
            <ac:picMk id="10" creationId="{F07A74D9-89AC-4A0E-A189-DB58344A6069}"/>
          </ac:picMkLst>
        </pc:picChg>
        <pc:picChg chg="del">
          <ac:chgData name="김정호" userId="a115ac67-88fc-423e-bd34-78ee0fe0a2b7" providerId="ADAL" clId="{546BF634-3F07-4E62-BB86-A66F7443F0BB}" dt="2021-07-12T11:46:52.084" v="112" actId="478"/>
          <ac:picMkLst>
            <pc:docMk/>
            <pc:sldMk cId="3253722260" sldId="270"/>
            <ac:picMk id="20" creationId="{35F46EAF-B7B7-499E-901F-E8D508B6305F}"/>
          </ac:picMkLst>
        </pc:picChg>
        <pc:picChg chg="add mod modCrop">
          <ac:chgData name="김정호" userId="a115ac67-88fc-423e-bd34-78ee0fe0a2b7" providerId="ADAL" clId="{546BF634-3F07-4E62-BB86-A66F7443F0BB}" dt="2021-07-12T12:05:20.250" v="287" actId="1076"/>
          <ac:picMkLst>
            <pc:docMk/>
            <pc:sldMk cId="3253722260" sldId="270"/>
            <ac:picMk id="23" creationId="{AFE26C6B-D155-43ED-92FC-DA2EE6C4A74C}"/>
          </ac:picMkLst>
        </pc:picChg>
        <pc:picChg chg="add mod modCrop">
          <ac:chgData name="김정호" userId="a115ac67-88fc-423e-bd34-78ee0fe0a2b7" providerId="ADAL" clId="{546BF634-3F07-4E62-BB86-A66F7443F0BB}" dt="2021-07-12T12:05:20.250" v="287" actId="1076"/>
          <ac:picMkLst>
            <pc:docMk/>
            <pc:sldMk cId="3253722260" sldId="270"/>
            <ac:picMk id="25" creationId="{C4F7B476-BAA8-4032-AD99-4DBA09B27912}"/>
          </ac:picMkLst>
        </pc:picChg>
      </pc:sldChg>
      <pc:sldChg chg="addSp delSp modSp mod">
        <pc:chgData name="김정호" userId="a115ac67-88fc-423e-bd34-78ee0fe0a2b7" providerId="ADAL" clId="{546BF634-3F07-4E62-BB86-A66F7443F0BB}" dt="2021-07-12T12:06:15.020" v="301" actId="6549"/>
        <pc:sldMkLst>
          <pc:docMk/>
          <pc:sldMk cId="624751599" sldId="272"/>
        </pc:sldMkLst>
        <pc:spChg chg="mod">
          <ac:chgData name="김정호" userId="a115ac67-88fc-423e-bd34-78ee0fe0a2b7" providerId="ADAL" clId="{546BF634-3F07-4E62-BB86-A66F7443F0BB}" dt="2021-07-12T11:58:53.282" v="225" actId="2711"/>
          <ac:spMkLst>
            <pc:docMk/>
            <pc:sldMk cId="624751599" sldId="272"/>
            <ac:spMk id="18" creationId="{22F05C82-6D3B-459F-80B5-20B9C41F6C46}"/>
          </ac:spMkLst>
        </pc:spChg>
        <pc:spChg chg="mod">
          <ac:chgData name="김정호" userId="a115ac67-88fc-423e-bd34-78ee0fe0a2b7" providerId="ADAL" clId="{546BF634-3F07-4E62-BB86-A66F7443F0BB}" dt="2021-07-12T12:06:15.020" v="301" actId="6549"/>
          <ac:spMkLst>
            <pc:docMk/>
            <pc:sldMk cId="624751599" sldId="272"/>
            <ac:spMk id="20" creationId="{CDD5D1BE-8876-464A-8AD0-77DF368B9957}"/>
          </ac:spMkLst>
        </pc:spChg>
        <pc:picChg chg="add mod">
          <ac:chgData name="김정호" userId="a115ac67-88fc-423e-bd34-78ee0fe0a2b7" providerId="ADAL" clId="{546BF634-3F07-4E62-BB86-A66F7443F0BB}" dt="2021-07-12T11:47:10.861" v="116" actId="1076"/>
          <ac:picMkLst>
            <pc:docMk/>
            <pc:sldMk cId="624751599" sldId="272"/>
            <ac:picMk id="8" creationId="{70285007-4A35-4479-A887-F5E87494DD5A}"/>
          </ac:picMkLst>
        </pc:picChg>
        <pc:picChg chg="del">
          <ac:chgData name="김정호" userId="a115ac67-88fc-423e-bd34-78ee0fe0a2b7" providerId="ADAL" clId="{546BF634-3F07-4E62-BB86-A66F7443F0BB}" dt="2021-07-12T11:47:03.411" v="115" actId="478"/>
          <ac:picMkLst>
            <pc:docMk/>
            <pc:sldMk cId="624751599" sldId="272"/>
            <ac:picMk id="10" creationId="{CED6B563-625B-40D4-BFB2-99B7573B6073}"/>
          </ac:picMkLst>
        </pc:picChg>
        <pc:picChg chg="del">
          <ac:chgData name="김정호" userId="a115ac67-88fc-423e-bd34-78ee0fe0a2b7" providerId="ADAL" clId="{546BF634-3F07-4E62-BB86-A66F7443F0BB}" dt="2021-07-12T11:47:13.978" v="117" actId="478"/>
          <ac:picMkLst>
            <pc:docMk/>
            <pc:sldMk cId="624751599" sldId="272"/>
            <ac:picMk id="19" creationId="{F05724B3-56FF-4C9D-B482-0532148EA11E}"/>
          </ac:picMkLst>
        </pc:picChg>
        <pc:picChg chg="add mod modCrop">
          <ac:chgData name="김정호" userId="a115ac67-88fc-423e-bd34-78ee0fe0a2b7" providerId="ADAL" clId="{546BF634-3F07-4E62-BB86-A66F7443F0BB}" dt="2021-07-12T11:51:42.507" v="151" actId="732"/>
          <ac:picMkLst>
            <pc:docMk/>
            <pc:sldMk cId="624751599" sldId="272"/>
            <ac:picMk id="22" creationId="{98D812DA-DB98-49C7-88C1-A7968A265A3B}"/>
          </ac:picMkLst>
        </pc:picChg>
        <pc:picChg chg="add mod modCrop">
          <ac:chgData name="김정호" userId="a115ac67-88fc-423e-bd34-78ee0fe0a2b7" providerId="ADAL" clId="{546BF634-3F07-4E62-BB86-A66F7443F0BB}" dt="2021-07-12T11:53:01.240" v="163" actId="732"/>
          <ac:picMkLst>
            <pc:docMk/>
            <pc:sldMk cId="624751599" sldId="272"/>
            <ac:picMk id="24" creationId="{42901575-8FDB-481D-9C13-EF3F1593748A}"/>
          </ac:picMkLst>
        </pc:picChg>
      </pc:sldChg>
      <pc:sldChg chg="addSp delSp modSp del mod">
        <pc:chgData name="김정호" userId="a115ac67-88fc-423e-bd34-78ee0fe0a2b7" providerId="ADAL" clId="{546BF634-3F07-4E62-BB86-A66F7443F0BB}" dt="2021-07-18T11:27:29.300" v="668" actId="47"/>
        <pc:sldMkLst>
          <pc:docMk/>
          <pc:sldMk cId="3354675266" sldId="273"/>
        </pc:sldMkLst>
        <pc:spChg chg="mod">
          <ac:chgData name="김정호" userId="a115ac67-88fc-423e-bd34-78ee0fe0a2b7" providerId="ADAL" clId="{546BF634-3F07-4E62-BB86-A66F7443F0BB}" dt="2021-07-12T11:44:03.008" v="68" actId="20577"/>
          <ac:spMkLst>
            <pc:docMk/>
            <pc:sldMk cId="3354675266" sldId="273"/>
            <ac:spMk id="9" creationId="{35A597BA-5A42-47FC-8C67-C7A9F8B7045F}"/>
          </ac:spMkLst>
        </pc:spChg>
        <pc:spChg chg="del">
          <ac:chgData name="김정호" userId="a115ac67-88fc-423e-bd34-78ee0fe0a2b7" providerId="ADAL" clId="{546BF634-3F07-4E62-BB86-A66F7443F0BB}" dt="2021-07-12T12:07:40.705" v="311" actId="478"/>
          <ac:spMkLst>
            <pc:docMk/>
            <pc:sldMk cId="3354675266" sldId="273"/>
            <ac:spMk id="18" creationId="{22F05C82-6D3B-459F-80B5-20B9C41F6C46}"/>
          </ac:spMkLst>
        </pc:spChg>
        <pc:graphicFrameChg chg="add del mod">
          <ac:chgData name="김정호" userId="a115ac67-88fc-423e-bd34-78ee0fe0a2b7" providerId="ADAL" clId="{546BF634-3F07-4E62-BB86-A66F7443F0BB}" dt="2021-07-12T12:08:24.989" v="314" actId="478"/>
          <ac:graphicFrameMkLst>
            <pc:docMk/>
            <pc:sldMk cId="3354675266" sldId="273"/>
            <ac:graphicFrameMk id="3" creationId="{CEF206AF-8EDD-467C-942E-4F48735797DC}"/>
          </ac:graphicFrameMkLst>
        </pc:graphicFrameChg>
        <pc:graphicFrameChg chg="add del mod">
          <ac:chgData name="김정호" userId="a115ac67-88fc-423e-bd34-78ee0fe0a2b7" providerId="ADAL" clId="{546BF634-3F07-4E62-BB86-A66F7443F0BB}" dt="2021-07-12T12:08:41.358" v="317" actId="478"/>
          <ac:graphicFrameMkLst>
            <pc:docMk/>
            <pc:sldMk cId="3354675266" sldId="273"/>
            <ac:graphicFrameMk id="8" creationId="{871E41C5-9997-4712-BFD5-02D33803DB4C}"/>
          </ac:graphicFrameMkLst>
        </pc:graphicFrameChg>
        <pc:graphicFrameChg chg="add mod modGraphic">
          <ac:chgData name="김정호" userId="a115ac67-88fc-423e-bd34-78ee0fe0a2b7" providerId="ADAL" clId="{546BF634-3F07-4E62-BB86-A66F7443F0BB}" dt="2021-07-13T01:33:33.516" v="666"/>
          <ac:graphicFrameMkLst>
            <pc:docMk/>
            <pc:sldMk cId="3354675266" sldId="273"/>
            <ac:graphicFrameMk id="10" creationId="{ACE3F78B-15B8-401C-8C5D-2D1709AAF457}"/>
          </ac:graphicFrameMkLst>
        </pc:graphicFrameChg>
      </pc:sldChg>
      <pc:sldChg chg="modSp mod">
        <pc:chgData name="김정호" userId="a115ac67-88fc-423e-bd34-78ee0fe0a2b7" providerId="ADAL" clId="{546BF634-3F07-4E62-BB86-A66F7443F0BB}" dt="2021-07-20T13:37:50.534" v="669" actId="20577"/>
        <pc:sldMkLst>
          <pc:docMk/>
          <pc:sldMk cId="2200659396" sldId="274"/>
        </pc:sldMkLst>
        <pc:spChg chg="mod">
          <ac:chgData name="김정호" userId="a115ac67-88fc-423e-bd34-78ee0fe0a2b7" providerId="ADAL" clId="{546BF634-3F07-4E62-BB86-A66F7443F0BB}" dt="2021-07-20T13:37:50.534" v="669" actId="20577"/>
          <ac:spMkLst>
            <pc:docMk/>
            <pc:sldMk cId="2200659396" sldId="274"/>
            <ac:spMk id="18" creationId="{C831C924-9F59-4EF9-AC3E-A71D998008C8}"/>
          </ac:spMkLst>
        </pc:spChg>
      </pc:sldChg>
      <pc:sldChg chg="delSp add del mod">
        <pc:chgData name="김정호" userId="a115ac67-88fc-423e-bd34-78ee0fe0a2b7" providerId="ADAL" clId="{546BF634-3F07-4E62-BB86-A66F7443F0BB}" dt="2021-07-21T02:02:18.346" v="671" actId="478"/>
        <pc:sldMkLst>
          <pc:docMk/>
          <pc:sldMk cId="3847114678" sldId="280"/>
        </pc:sldMkLst>
        <pc:spChg chg="del">
          <ac:chgData name="김정호" userId="a115ac67-88fc-423e-bd34-78ee0fe0a2b7" providerId="ADAL" clId="{546BF634-3F07-4E62-BB86-A66F7443F0BB}" dt="2021-07-21T02:02:18.346" v="671" actId="478"/>
          <ac:spMkLst>
            <pc:docMk/>
            <pc:sldMk cId="3847114678" sldId="280"/>
            <ac:spMk id="17" creationId="{11561269-7C34-4FDC-9FE0-2BEF49596BFC}"/>
          </ac:spMkLst>
        </pc:spChg>
        <pc:spChg chg="del">
          <ac:chgData name="김정호" userId="a115ac67-88fc-423e-bd34-78ee0fe0a2b7" providerId="ADAL" clId="{546BF634-3F07-4E62-BB86-A66F7443F0BB}" dt="2021-07-21T02:02:17.112" v="670" actId="478"/>
          <ac:spMkLst>
            <pc:docMk/>
            <pc:sldMk cId="3847114678" sldId="280"/>
            <ac:spMk id="18" creationId="{39683357-C664-4DC8-8AB0-842D0B370984}"/>
          </ac:spMkLst>
        </pc:spChg>
      </pc:sldChg>
      <pc:sldChg chg="add">
        <pc:chgData name="김정호" userId="a115ac67-88fc-423e-bd34-78ee0fe0a2b7" providerId="ADAL" clId="{546BF634-3F07-4E62-BB86-A66F7443F0BB}" dt="2021-07-12T11:35:36.344" v="0"/>
        <pc:sldMkLst>
          <pc:docMk/>
          <pc:sldMk cId="2297774391" sldId="281"/>
        </pc:sldMkLst>
      </pc:sldChg>
      <pc:sldChg chg="add">
        <pc:chgData name="김정호" userId="a115ac67-88fc-423e-bd34-78ee0fe0a2b7" providerId="ADAL" clId="{546BF634-3F07-4E62-BB86-A66F7443F0BB}" dt="2021-07-12T11:35:36.344" v="0"/>
        <pc:sldMkLst>
          <pc:docMk/>
          <pc:sldMk cId="3145605889" sldId="282"/>
        </pc:sldMkLst>
      </pc:sldChg>
      <pc:sldChg chg="addSp delSp modSp add mod">
        <pc:chgData name="김정호" userId="a115ac67-88fc-423e-bd34-78ee0fe0a2b7" providerId="ADAL" clId="{546BF634-3F07-4E62-BB86-A66F7443F0BB}" dt="2021-07-12T12:06:42.421" v="310" actId="20577"/>
        <pc:sldMkLst>
          <pc:docMk/>
          <pc:sldMk cId="2295218926" sldId="283"/>
        </pc:sldMkLst>
        <pc:spChg chg="mod">
          <ac:chgData name="김정호" userId="a115ac67-88fc-423e-bd34-78ee0fe0a2b7" providerId="ADAL" clId="{546BF634-3F07-4E62-BB86-A66F7443F0BB}" dt="2021-07-12T11:43:35.682" v="62"/>
          <ac:spMkLst>
            <pc:docMk/>
            <pc:sldMk cId="2295218926" sldId="283"/>
            <ac:spMk id="2" creationId="{00000000-0000-0000-0000-000000000000}"/>
          </ac:spMkLst>
        </pc:spChg>
        <pc:spChg chg="mod">
          <ac:chgData name="김정호" userId="a115ac67-88fc-423e-bd34-78ee0fe0a2b7" providerId="ADAL" clId="{546BF634-3F07-4E62-BB86-A66F7443F0BB}" dt="2021-07-12T11:43:56.156" v="64" actId="20577"/>
          <ac:spMkLst>
            <pc:docMk/>
            <pc:sldMk cId="2295218926" sldId="283"/>
            <ac:spMk id="9" creationId="{35A597BA-5A42-47FC-8C67-C7A9F8B7045F}"/>
          </ac:spMkLst>
        </pc:spChg>
        <pc:spChg chg="mod">
          <ac:chgData name="김정호" userId="a115ac67-88fc-423e-bd34-78ee0fe0a2b7" providerId="ADAL" clId="{546BF634-3F07-4E62-BB86-A66F7443F0BB}" dt="2021-07-12T11:59:22.519" v="232" actId="2711"/>
          <ac:spMkLst>
            <pc:docMk/>
            <pc:sldMk cId="2295218926" sldId="283"/>
            <ac:spMk id="18" creationId="{22F05C82-6D3B-459F-80B5-20B9C41F6C46}"/>
          </ac:spMkLst>
        </pc:spChg>
        <pc:spChg chg="mod">
          <ac:chgData name="김정호" userId="a115ac67-88fc-423e-bd34-78ee0fe0a2b7" providerId="ADAL" clId="{546BF634-3F07-4E62-BB86-A66F7443F0BB}" dt="2021-07-12T12:06:42.421" v="310" actId="20577"/>
          <ac:spMkLst>
            <pc:docMk/>
            <pc:sldMk cId="2295218926" sldId="283"/>
            <ac:spMk id="20" creationId="{CDD5D1BE-8876-464A-8AD0-77DF368B9957}"/>
          </ac:spMkLst>
        </pc:spChg>
        <pc:picChg chg="del">
          <ac:chgData name="김정호" userId="a115ac67-88fc-423e-bd34-78ee0fe0a2b7" providerId="ADAL" clId="{546BF634-3F07-4E62-BB86-A66F7443F0BB}" dt="2021-07-12T11:43:29.988" v="49" actId="478"/>
          <ac:picMkLst>
            <pc:docMk/>
            <pc:sldMk cId="2295218926" sldId="283"/>
            <ac:picMk id="8" creationId="{70285007-4A35-4479-A887-F5E87494DD5A}"/>
          </ac:picMkLst>
        </pc:picChg>
        <pc:picChg chg="del">
          <ac:chgData name="김정호" userId="a115ac67-88fc-423e-bd34-78ee0fe0a2b7" providerId="ADAL" clId="{546BF634-3F07-4E62-BB86-A66F7443F0BB}" dt="2021-07-12T11:47:27.772" v="120" actId="478"/>
          <ac:picMkLst>
            <pc:docMk/>
            <pc:sldMk cId="2295218926" sldId="283"/>
            <ac:picMk id="10" creationId="{CED6B563-625B-40D4-BFB2-99B7573B6073}"/>
          </ac:picMkLst>
        </pc:picChg>
        <pc:picChg chg="del">
          <ac:chgData name="김정호" userId="a115ac67-88fc-423e-bd34-78ee0fe0a2b7" providerId="ADAL" clId="{546BF634-3F07-4E62-BB86-A66F7443F0BB}" dt="2021-07-12T11:47:33.190" v="122" actId="478"/>
          <ac:picMkLst>
            <pc:docMk/>
            <pc:sldMk cId="2295218926" sldId="283"/>
            <ac:picMk id="19" creationId="{F05724B3-56FF-4C9D-B482-0532148EA11E}"/>
          </ac:picMkLst>
        </pc:picChg>
        <pc:picChg chg="add mod">
          <ac:chgData name="김정호" userId="a115ac67-88fc-423e-bd34-78ee0fe0a2b7" providerId="ADAL" clId="{546BF634-3F07-4E62-BB86-A66F7443F0BB}" dt="2021-07-12T11:47:31.547" v="121" actId="1076"/>
          <ac:picMkLst>
            <pc:docMk/>
            <pc:sldMk cId="2295218926" sldId="283"/>
            <ac:picMk id="21" creationId="{1FE8C0A6-CEF4-4CAF-AB72-AC68E97BB942}"/>
          </ac:picMkLst>
        </pc:picChg>
        <pc:picChg chg="del">
          <ac:chgData name="김정호" userId="a115ac67-88fc-423e-bd34-78ee0fe0a2b7" providerId="ADAL" clId="{546BF634-3F07-4E62-BB86-A66F7443F0BB}" dt="2021-07-12T11:43:30.515" v="50" actId="478"/>
          <ac:picMkLst>
            <pc:docMk/>
            <pc:sldMk cId="2295218926" sldId="283"/>
            <ac:picMk id="22" creationId="{98D812DA-DB98-49C7-88C1-A7968A265A3B}"/>
          </ac:picMkLst>
        </pc:picChg>
        <pc:picChg chg="del">
          <ac:chgData name="김정호" userId="a115ac67-88fc-423e-bd34-78ee0fe0a2b7" providerId="ADAL" clId="{546BF634-3F07-4E62-BB86-A66F7443F0BB}" dt="2021-07-12T11:43:31.347" v="51" actId="478"/>
          <ac:picMkLst>
            <pc:docMk/>
            <pc:sldMk cId="2295218926" sldId="283"/>
            <ac:picMk id="24" creationId="{42901575-8FDB-481D-9C13-EF3F1593748A}"/>
          </ac:picMkLst>
        </pc:picChg>
        <pc:picChg chg="add mod modCrop">
          <ac:chgData name="김정호" userId="a115ac67-88fc-423e-bd34-78ee0fe0a2b7" providerId="ADAL" clId="{546BF634-3F07-4E62-BB86-A66F7443F0BB}" dt="2021-07-12T11:53:09.251" v="164" actId="732"/>
          <ac:picMkLst>
            <pc:docMk/>
            <pc:sldMk cId="2295218926" sldId="283"/>
            <ac:picMk id="25" creationId="{BEA48A52-9F54-479B-BA6C-C7F170031EBB}"/>
          </ac:picMkLst>
        </pc:picChg>
        <pc:picChg chg="add mod modCrop">
          <ac:chgData name="김정호" userId="a115ac67-88fc-423e-bd34-78ee0fe0a2b7" providerId="ADAL" clId="{546BF634-3F07-4E62-BB86-A66F7443F0BB}" dt="2021-07-12T11:53:14.862" v="165" actId="732"/>
          <ac:picMkLst>
            <pc:docMk/>
            <pc:sldMk cId="2295218926" sldId="283"/>
            <ac:picMk id="27" creationId="{7DEF8048-F4FE-423D-B0D6-48B048725730}"/>
          </ac:picMkLst>
        </pc:picChg>
      </pc:sldChg>
      <pc:sldChg chg="delSp mod">
        <pc:chgData name="김정호" userId="a115ac67-88fc-423e-bd34-78ee0fe0a2b7" providerId="ADAL" clId="{546BF634-3F07-4E62-BB86-A66F7443F0BB}" dt="2021-07-18T11:27:27.647" v="667" actId="478"/>
        <pc:sldMkLst>
          <pc:docMk/>
          <pc:sldMk cId="1141044974" sldId="285"/>
        </pc:sldMkLst>
        <pc:spChg chg="del">
          <ac:chgData name="김정호" userId="a115ac67-88fc-423e-bd34-78ee0fe0a2b7" providerId="ADAL" clId="{546BF634-3F07-4E62-BB86-A66F7443F0BB}" dt="2021-07-18T11:27:27.647" v="667" actId="478"/>
          <ac:spMkLst>
            <pc:docMk/>
            <pc:sldMk cId="1141044974" sldId="285"/>
            <ac:spMk id="2" creationId="{C5CC5282-7C46-432E-9D66-7F76B2621F58}"/>
          </ac:spMkLst>
        </pc:spChg>
      </pc:sldChg>
    </pc:docChg>
  </pc:docChgLst>
  <pc:docChgLst>
    <pc:chgData name="김정호" userId="a115ac67-88fc-423e-bd34-78ee0fe0a2b7" providerId="ADAL" clId="{E1E0E81B-6216-48B0-A2D5-A3648E4349AD}"/>
    <pc:docChg chg="modSld">
      <pc:chgData name="김정호" userId="a115ac67-88fc-423e-bd34-78ee0fe0a2b7" providerId="ADAL" clId="{E1E0E81B-6216-48B0-A2D5-A3648E4349AD}" dt="2021-06-25T03:49:57.635" v="45" actId="14100"/>
      <pc:docMkLst>
        <pc:docMk/>
      </pc:docMkLst>
      <pc:sldChg chg="modSp mod">
        <pc:chgData name="김정호" userId="a115ac67-88fc-423e-bd34-78ee0fe0a2b7" providerId="ADAL" clId="{E1E0E81B-6216-48B0-A2D5-A3648E4349AD}" dt="2021-06-25T03:49:57.635" v="45" actId="14100"/>
        <pc:sldMkLst>
          <pc:docMk/>
          <pc:sldMk cId="3421291493" sldId="267"/>
        </pc:sldMkLst>
        <pc:spChg chg="mod">
          <ac:chgData name="김정호" userId="a115ac67-88fc-423e-bd34-78ee0fe0a2b7" providerId="ADAL" clId="{E1E0E81B-6216-48B0-A2D5-A3648E4349AD}" dt="2021-06-25T03:49:57.635" v="45" actId="14100"/>
          <ac:spMkLst>
            <pc:docMk/>
            <pc:sldMk cId="3421291493" sldId="267"/>
            <ac:spMk id="18" creationId="{08F67CF5-5B39-40CA-88D2-ABC5A7BF8475}"/>
          </ac:spMkLst>
        </pc:spChg>
      </pc:sldChg>
    </pc:docChg>
  </pc:docChgLst>
  <pc:docChgLst>
    <pc:chgData name="김정호" userId="a115ac67-88fc-423e-bd34-78ee0fe0a2b7" providerId="ADAL" clId="{4AA8FFAF-FBDD-4338-9AA2-8D3AF67B4D33}"/>
    <pc:docChg chg="undo custSel addSld modSld">
      <pc:chgData name="김정호" userId="a115ac67-88fc-423e-bd34-78ee0fe0a2b7" providerId="ADAL" clId="{4AA8FFAF-FBDD-4338-9AA2-8D3AF67B4D33}" dt="2021-07-01T04:49:59.547" v="408" actId="20577"/>
      <pc:docMkLst>
        <pc:docMk/>
      </pc:docMkLst>
      <pc:sldChg chg="addSp delSp modSp add mod">
        <pc:chgData name="김정호" userId="a115ac67-88fc-423e-bd34-78ee0fe0a2b7" providerId="ADAL" clId="{4AA8FFAF-FBDD-4338-9AA2-8D3AF67B4D33}" dt="2021-06-24T13:50:23.311" v="144" actId="20577"/>
        <pc:sldMkLst>
          <pc:docMk/>
          <pc:sldMk cId="2026012488" sldId="257"/>
        </pc:sldMkLst>
        <pc:spChg chg="del">
          <ac:chgData name="김정호" userId="a115ac67-88fc-423e-bd34-78ee0fe0a2b7" providerId="ADAL" clId="{4AA8FFAF-FBDD-4338-9AA2-8D3AF67B4D33}" dt="2021-06-24T13:46:56.129" v="5" actId="478"/>
          <ac:spMkLst>
            <pc:docMk/>
            <pc:sldMk cId="2026012488" sldId="257"/>
            <ac:spMk id="8" creationId="{B760FAF3-A7FF-46FA-8677-450A837BD8DC}"/>
          </ac:spMkLst>
        </pc:spChg>
        <pc:spChg chg="add mod">
          <ac:chgData name="김정호" userId="a115ac67-88fc-423e-bd34-78ee0fe0a2b7" providerId="ADAL" clId="{4AA8FFAF-FBDD-4338-9AA2-8D3AF67B4D33}" dt="2021-06-24T13:46:42.170" v="1"/>
          <ac:spMkLst>
            <pc:docMk/>
            <pc:sldMk cId="2026012488" sldId="257"/>
            <ac:spMk id="10" creationId="{AED4A7C2-53F3-4219-A49C-AE1C908F8735}"/>
          </ac:spMkLst>
        </pc:spChg>
        <pc:spChg chg="mod">
          <ac:chgData name="김정호" userId="a115ac67-88fc-423e-bd34-78ee0fe0a2b7" providerId="ADAL" clId="{4AA8FFAF-FBDD-4338-9AA2-8D3AF67B4D33}" dt="2021-06-24T13:50:23.311" v="144" actId="20577"/>
          <ac:spMkLst>
            <pc:docMk/>
            <pc:sldMk cId="2026012488" sldId="257"/>
            <ac:spMk id="14" creationId="{D174AE92-69B5-4906-964F-464B0077DAAB}"/>
          </ac:spMkLst>
        </pc:spChg>
        <pc:spChg chg="mod">
          <ac:chgData name="김정호" userId="a115ac67-88fc-423e-bd34-78ee0fe0a2b7" providerId="ADAL" clId="{4AA8FFAF-FBDD-4338-9AA2-8D3AF67B4D33}" dt="2021-06-24T13:50:16.940" v="139" actId="113"/>
          <ac:spMkLst>
            <pc:docMk/>
            <pc:sldMk cId="2026012488" sldId="257"/>
            <ac:spMk id="15" creationId="{74F4511B-4E15-43D8-8BC1-D27D36E6C79D}"/>
          </ac:spMkLst>
        </pc:spChg>
        <pc:spChg chg="add mod">
          <ac:chgData name="김정호" userId="a115ac67-88fc-423e-bd34-78ee0fe0a2b7" providerId="ADAL" clId="{4AA8FFAF-FBDD-4338-9AA2-8D3AF67B4D33}" dt="2021-06-24T13:46:54.505" v="4"/>
          <ac:spMkLst>
            <pc:docMk/>
            <pc:sldMk cId="2026012488" sldId="257"/>
            <ac:spMk id="20" creationId="{ED1641DC-F0C4-49D8-AA6B-EE7E0F89FE34}"/>
          </ac:spMkLst>
        </pc:spChg>
        <pc:grpChg chg="add mod">
          <ac:chgData name="김정호" userId="a115ac67-88fc-423e-bd34-78ee0fe0a2b7" providerId="ADAL" clId="{4AA8FFAF-FBDD-4338-9AA2-8D3AF67B4D33}" dt="2021-06-24T13:46:42.170" v="1"/>
          <ac:grpSpMkLst>
            <pc:docMk/>
            <pc:sldMk cId="2026012488" sldId="257"/>
            <ac:grpSpMk id="11" creationId="{37439ADC-FCED-4AA7-820D-9C4632381004}"/>
          </ac:grpSpMkLst>
        </pc:grpChg>
        <pc:picChg chg="mod">
          <ac:chgData name="김정호" userId="a115ac67-88fc-423e-bd34-78ee0fe0a2b7" providerId="ADAL" clId="{4AA8FFAF-FBDD-4338-9AA2-8D3AF67B4D33}" dt="2021-06-24T13:47:05.546" v="6" actId="1076"/>
          <ac:picMkLst>
            <pc:docMk/>
            <pc:sldMk cId="2026012488" sldId="257"/>
            <ac:picMk id="3" creationId="{A425BEFA-2FCE-46CD-B9CE-087DF5D94039}"/>
          </ac:picMkLst>
        </pc:picChg>
        <pc:cxnChg chg="mod">
          <ac:chgData name="김정호" userId="a115ac67-88fc-423e-bd34-78ee0fe0a2b7" providerId="ADAL" clId="{4AA8FFAF-FBDD-4338-9AA2-8D3AF67B4D33}" dt="2021-06-24T13:46:42.170" v="1"/>
          <ac:cxnSpMkLst>
            <pc:docMk/>
            <pc:sldMk cId="2026012488" sldId="257"/>
            <ac:cxnSpMk id="12" creationId="{F1EF3EB6-AEA9-4403-B328-A5CC092DCD54}"/>
          </ac:cxnSpMkLst>
        </pc:cxnChg>
        <pc:cxnChg chg="mod">
          <ac:chgData name="김정호" userId="a115ac67-88fc-423e-bd34-78ee0fe0a2b7" providerId="ADAL" clId="{4AA8FFAF-FBDD-4338-9AA2-8D3AF67B4D33}" dt="2021-06-24T13:46:42.170" v="1"/>
          <ac:cxnSpMkLst>
            <pc:docMk/>
            <pc:sldMk cId="2026012488" sldId="257"/>
            <ac:cxnSpMk id="13" creationId="{5744723A-F10F-47B2-B2C4-2650E9FAFD38}"/>
          </ac:cxnSpMkLst>
        </pc:cxnChg>
        <pc:cxnChg chg="mod">
          <ac:chgData name="김정호" userId="a115ac67-88fc-423e-bd34-78ee0fe0a2b7" providerId="ADAL" clId="{4AA8FFAF-FBDD-4338-9AA2-8D3AF67B4D33}" dt="2021-06-24T13:46:42.170" v="1"/>
          <ac:cxnSpMkLst>
            <pc:docMk/>
            <pc:sldMk cId="2026012488" sldId="257"/>
            <ac:cxnSpMk id="16" creationId="{13E9F5BF-BEF1-4E6F-8981-1C075EDEE333}"/>
          </ac:cxnSpMkLst>
        </pc:cxnChg>
        <pc:cxnChg chg="mod">
          <ac:chgData name="김정호" userId="a115ac67-88fc-423e-bd34-78ee0fe0a2b7" providerId="ADAL" clId="{4AA8FFAF-FBDD-4338-9AA2-8D3AF67B4D33}" dt="2021-06-24T13:46:42.170" v="1"/>
          <ac:cxnSpMkLst>
            <pc:docMk/>
            <pc:sldMk cId="2026012488" sldId="257"/>
            <ac:cxnSpMk id="17" creationId="{F882832D-C130-45D2-B0DD-1EE158D3FCAE}"/>
          </ac:cxnSpMkLst>
        </pc:cxnChg>
        <pc:cxnChg chg="mod">
          <ac:chgData name="김정호" userId="a115ac67-88fc-423e-bd34-78ee0fe0a2b7" providerId="ADAL" clId="{4AA8FFAF-FBDD-4338-9AA2-8D3AF67B4D33}" dt="2021-06-24T13:46:42.170" v="1"/>
          <ac:cxnSpMkLst>
            <pc:docMk/>
            <pc:sldMk cId="2026012488" sldId="257"/>
            <ac:cxnSpMk id="18" creationId="{F2603ED2-7CDA-4449-8AC9-8D7E5CE415B5}"/>
          </ac:cxnSpMkLst>
        </pc:cxnChg>
        <pc:cxnChg chg="mod">
          <ac:chgData name="김정호" userId="a115ac67-88fc-423e-bd34-78ee0fe0a2b7" providerId="ADAL" clId="{4AA8FFAF-FBDD-4338-9AA2-8D3AF67B4D33}" dt="2021-06-24T13:46:42.170" v="1"/>
          <ac:cxnSpMkLst>
            <pc:docMk/>
            <pc:sldMk cId="2026012488" sldId="257"/>
            <ac:cxnSpMk id="19" creationId="{357951A1-AB86-4479-9D44-DE2BF0D6215D}"/>
          </ac:cxnSpMkLst>
        </pc:cxnChg>
      </pc:sldChg>
      <pc:sldChg chg="addSp delSp modSp add mod">
        <pc:chgData name="김정호" userId="a115ac67-88fc-423e-bd34-78ee0fe0a2b7" providerId="ADAL" clId="{4AA8FFAF-FBDD-4338-9AA2-8D3AF67B4D33}" dt="2021-06-24T13:50:13.520" v="137" actId="113"/>
        <pc:sldMkLst>
          <pc:docMk/>
          <pc:sldMk cId="4249502762" sldId="258"/>
        </pc:sldMkLst>
        <pc:spChg chg="del">
          <ac:chgData name="김정호" userId="a115ac67-88fc-423e-bd34-78ee0fe0a2b7" providerId="ADAL" clId="{4AA8FFAF-FBDD-4338-9AA2-8D3AF67B4D33}" dt="2021-06-24T13:47:39.199" v="24" actId="478"/>
          <ac:spMkLst>
            <pc:docMk/>
            <pc:sldMk cId="4249502762" sldId="258"/>
            <ac:spMk id="8" creationId="{0555B48E-D6A6-48F6-B2C2-99BF61DF7A7C}"/>
          </ac:spMkLst>
        </pc:spChg>
        <pc:spChg chg="mod">
          <ac:chgData name="김정호" userId="a115ac67-88fc-423e-bd34-78ee0fe0a2b7" providerId="ADAL" clId="{4AA8FFAF-FBDD-4338-9AA2-8D3AF67B4D33}" dt="2021-06-24T13:50:13.520" v="137" actId="113"/>
          <ac:spMkLst>
            <pc:docMk/>
            <pc:sldMk cId="4249502762" sldId="258"/>
            <ac:spMk id="9" creationId="{EDBEB181-4339-4B8D-BC45-0F4B991F1671}"/>
          </ac:spMkLst>
        </pc:spChg>
        <pc:spChg chg="add mod">
          <ac:chgData name="김정호" userId="a115ac67-88fc-423e-bd34-78ee0fe0a2b7" providerId="ADAL" clId="{4AA8FFAF-FBDD-4338-9AA2-8D3AF67B4D33}" dt="2021-06-24T13:46:43.121" v="2"/>
          <ac:spMkLst>
            <pc:docMk/>
            <pc:sldMk cId="4249502762" sldId="258"/>
            <ac:spMk id="12" creationId="{7FB2F928-D1DD-457C-A47D-3FDD9D937D0E}"/>
          </ac:spMkLst>
        </pc:spChg>
        <pc:spChg chg="mod">
          <ac:chgData name="김정호" userId="a115ac67-88fc-423e-bd34-78ee0fe0a2b7" providerId="ADAL" clId="{4AA8FFAF-FBDD-4338-9AA2-8D3AF67B4D33}" dt="2021-06-24T13:50:12.249" v="136" actId="113"/>
          <ac:spMkLst>
            <pc:docMk/>
            <pc:sldMk cId="4249502762" sldId="258"/>
            <ac:spMk id="16" creationId="{0FC811EE-F665-460D-ADAF-486A0762C228}"/>
          </ac:spMkLst>
        </pc:spChg>
        <pc:spChg chg="add mod">
          <ac:chgData name="김정호" userId="a115ac67-88fc-423e-bd34-78ee0fe0a2b7" providerId="ADAL" clId="{4AA8FFAF-FBDD-4338-9AA2-8D3AF67B4D33}" dt="2021-06-24T13:47:36.851" v="23"/>
          <ac:spMkLst>
            <pc:docMk/>
            <pc:sldMk cId="4249502762" sldId="258"/>
            <ac:spMk id="22" creationId="{26D603E7-0447-4299-B980-8F8E76F7E903}"/>
          </ac:spMkLst>
        </pc:spChg>
        <pc:grpChg chg="add mod">
          <ac:chgData name="김정호" userId="a115ac67-88fc-423e-bd34-78ee0fe0a2b7" providerId="ADAL" clId="{4AA8FFAF-FBDD-4338-9AA2-8D3AF67B4D33}" dt="2021-06-24T13:46:43.121" v="2"/>
          <ac:grpSpMkLst>
            <pc:docMk/>
            <pc:sldMk cId="4249502762" sldId="258"/>
            <ac:grpSpMk id="14" creationId="{066CDD5C-B5AD-4CC9-B2E2-D2823F9450A6}"/>
          </ac:grpSpMkLst>
        </pc:grpChg>
        <pc:cxnChg chg="mod">
          <ac:chgData name="김정호" userId="a115ac67-88fc-423e-bd34-78ee0fe0a2b7" providerId="ADAL" clId="{4AA8FFAF-FBDD-4338-9AA2-8D3AF67B4D33}" dt="2021-06-24T13:46:43.121" v="2"/>
          <ac:cxnSpMkLst>
            <pc:docMk/>
            <pc:sldMk cId="4249502762" sldId="258"/>
            <ac:cxnSpMk id="15" creationId="{B4D794B0-4B58-4AA6-9C77-C0B424880557}"/>
          </ac:cxnSpMkLst>
        </pc:cxnChg>
        <pc:cxnChg chg="mod">
          <ac:chgData name="김정호" userId="a115ac67-88fc-423e-bd34-78ee0fe0a2b7" providerId="ADAL" clId="{4AA8FFAF-FBDD-4338-9AA2-8D3AF67B4D33}" dt="2021-06-24T13:46:43.121" v="2"/>
          <ac:cxnSpMkLst>
            <pc:docMk/>
            <pc:sldMk cId="4249502762" sldId="258"/>
            <ac:cxnSpMk id="17" creationId="{FD8F6390-6A13-4D11-9BED-8387469F5BF1}"/>
          </ac:cxnSpMkLst>
        </pc:cxnChg>
        <pc:cxnChg chg="mod">
          <ac:chgData name="김정호" userId="a115ac67-88fc-423e-bd34-78ee0fe0a2b7" providerId="ADAL" clId="{4AA8FFAF-FBDD-4338-9AA2-8D3AF67B4D33}" dt="2021-06-24T13:46:43.121" v="2"/>
          <ac:cxnSpMkLst>
            <pc:docMk/>
            <pc:sldMk cId="4249502762" sldId="258"/>
            <ac:cxnSpMk id="18" creationId="{50B44699-65A8-4764-B8BE-67CD3FED6EF5}"/>
          </ac:cxnSpMkLst>
        </pc:cxnChg>
        <pc:cxnChg chg="mod">
          <ac:chgData name="김정호" userId="a115ac67-88fc-423e-bd34-78ee0fe0a2b7" providerId="ADAL" clId="{4AA8FFAF-FBDD-4338-9AA2-8D3AF67B4D33}" dt="2021-06-24T13:46:43.121" v="2"/>
          <ac:cxnSpMkLst>
            <pc:docMk/>
            <pc:sldMk cId="4249502762" sldId="258"/>
            <ac:cxnSpMk id="19" creationId="{9A421E2B-0851-47CA-9C33-AB698C46D694}"/>
          </ac:cxnSpMkLst>
        </pc:cxnChg>
        <pc:cxnChg chg="mod">
          <ac:chgData name="김정호" userId="a115ac67-88fc-423e-bd34-78ee0fe0a2b7" providerId="ADAL" clId="{4AA8FFAF-FBDD-4338-9AA2-8D3AF67B4D33}" dt="2021-06-24T13:46:43.121" v="2"/>
          <ac:cxnSpMkLst>
            <pc:docMk/>
            <pc:sldMk cId="4249502762" sldId="258"/>
            <ac:cxnSpMk id="20" creationId="{B2FA54A5-DE62-4B81-8579-486F30157F5C}"/>
          </ac:cxnSpMkLst>
        </pc:cxnChg>
        <pc:cxnChg chg="mod">
          <ac:chgData name="김정호" userId="a115ac67-88fc-423e-bd34-78ee0fe0a2b7" providerId="ADAL" clId="{4AA8FFAF-FBDD-4338-9AA2-8D3AF67B4D33}" dt="2021-06-24T13:46:43.121" v="2"/>
          <ac:cxnSpMkLst>
            <pc:docMk/>
            <pc:sldMk cId="4249502762" sldId="258"/>
            <ac:cxnSpMk id="21" creationId="{A2CB4A5F-C863-44F1-896F-2D833A25FC31}"/>
          </ac:cxnSpMkLst>
        </pc:cxnChg>
      </pc:sldChg>
      <pc:sldChg chg="addSp delSp modSp add mod">
        <pc:chgData name="김정호" userId="a115ac67-88fc-423e-bd34-78ee0fe0a2b7" providerId="ADAL" clId="{4AA8FFAF-FBDD-4338-9AA2-8D3AF67B4D33}" dt="2021-06-24T13:50:39.663" v="146" actId="20577"/>
        <pc:sldMkLst>
          <pc:docMk/>
          <pc:sldMk cId="1931034498" sldId="260"/>
        </pc:sldMkLst>
        <pc:spChg chg="mod">
          <ac:chgData name="김정호" userId="a115ac67-88fc-423e-bd34-78ee0fe0a2b7" providerId="ADAL" clId="{4AA8FFAF-FBDD-4338-9AA2-8D3AF67B4D33}" dt="2021-06-24T13:49:17.700" v="134" actId="1076"/>
          <ac:spMkLst>
            <pc:docMk/>
            <pc:sldMk cId="1931034498" sldId="260"/>
            <ac:spMk id="10" creationId="{8B033AA5-A9E6-42D4-98A8-657C38E05079}"/>
          </ac:spMkLst>
        </pc:spChg>
        <pc:spChg chg="mod">
          <ac:chgData name="김정호" userId="a115ac67-88fc-423e-bd34-78ee0fe0a2b7" providerId="ADAL" clId="{4AA8FFAF-FBDD-4338-9AA2-8D3AF67B4D33}" dt="2021-06-24T13:49:13.205" v="133" actId="1076"/>
          <ac:spMkLst>
            <pc:docMk/>
            <pc:sldMk cId="1931034498" sldId="260"/>
            <ac:spMk id="11" creationId="{8E939A23-FF09-4C1A-A750-0255957DBC90}"/>
          </ac:spMkLst>
        </pc:spChg>
        <pc:spChg chg="mod">
          <ac:chgData name="김정호" userId="a115ac67-88fc-423e-bd34-78ee0fe0a2b7" providerId="ADAL" clId="{4AA8FFAF-FBDD-4338-9AA2-8D3AF67B4D33}" dt="2021-06-24T13:49:31.660" v="135" actId="1076"/>
          <ac:spMkLst>
            <pc:docMk/>
            <pc:sldMk cId="1931034498" sldId="260"/>
            <ac:spMk id="12" creationId="{D9545F0D-647C-452F-AB03-3C23F63439D9}"/>
          </ac:spMkLst>
        </pc:spChg>
        <pc:spChg chg="del">
          <ac:chgData name="김정호" userId="a115ac67-88fc-423e-bd34-78ee0fe0a2b7" providerId="ADAL" clId="{4AA8FFAF-FBDD-4338-9AA2-8D3AF67B4D33}" dt="2021-06-24T13:48:27.927" v="124" actId="478"/>
          <ac:spMkLst>
            <pc:docMk/>
            <pc:sldMk cId="1931034498" sldId="260"/>
            <ac:spMk id="14" creationId="{756B914D-F8A6-4CE5-9577-FE2D1E8415D1}"/>
          </ac:spMkLst>
        </pc:spChg>
        <pc:spChg chg="add mod">
          <ac:chgData name="김정호" userId="a115ac67-88fc-423e-bd34-78ee0fe0a2b7" providerId="ADAL" clId="{4AA8FFAF-FBDD-4338-9AA2-8D3AF67B4D33}" dt="2021-06-24T13:50:39.663" v="146" actId="20577"/>
          <ac:spMkLst>
            <pc:docMk/>
            <pc:sldMk cId="1931034498" sldId="260"/>
            <ac:spMk id="15" creationId="{FA3BD5B0-5ED7-40F1-A8C9-95E3988A3353}"/>
          </ac:spMkLst>
        </pc:spChg>
        <pc:spChg chg="add mod">
          <ac:chgData name="김정호" userId="a115ac67-88fc-423e-bd34-78ee0fe0a2b7" providerId="ADAL" clId="{4AA8FFAF-FBDD-4338-9AA2-8D3AF67B4D33}" dt="2021-06-24T13:48:25.503" v="123" actId="14100"/>
          <ac:spMkLst>
            <pc:docMk/>
            <pc:sldMk cId="1931034498" sldId="260"/>
            <ac:spMk id="23" creationId="{E5625951-A4C9-4389-AC42-F9FE0A0C6D91}"/>
          </ac:spMkLst>
        </pc:spChg>
        <pc:grpChg chg="add mod">
          <ac:chgData name="김정호" userId="a115ac67-88fc-423e-bd34-78ee0fe0a2b7" providerId="ADAL" clId="{4AA8FFAF-FBDD-4338-9AA2-8D3AF67B4D33}" dt="2021-06-24T13:46:43.873" v="3"/>
          <ac:grpSpMkLst>
            <pc:docMk/>
            <pc:sldMk cId="1931034498" sldId="260"/>
            <ac:grpSpMk id="16" creationId="{143D9924-915D-4D5E-AD76-98845803CFF7}"/>
          </ac:grpSpMkLst>
        </pc:grpChg>
        <pc:picChg chg="mod">
          <ac:chgData name="김정호" userId="a115ac67-88fc-423e-bd34-78ee0fe0a2b7" providerId="ADAL" clId="{4AA8FFAF-FBDD-4338-9AA2-8D3AF67B4D33}" dt="2021-06-24T13:49:03.810" v="131" actId="1076"/>
          <ac:picMkLst>
            <pc:docMk/>
            <pc:sldMk cId="1931034498" sldId="260"/>
            <ac:picMk id="8" creationId="{4953B3AA-BCA1-4F71-9D45-ABE16951F3B2}"/>
          </ac:picMkLst>
        </pc:picChg>
        <pc:picChg chg="mod">
          <ac:chgData name="김정호" userId="a115ac67-88fc-423e-bd34-78ee0fe0a2b7" providerId="ADAL" clId="{4AA8FFAF-FBDD-4338-9AA2-8D3AF67B4D33}" dt="2021-06-24T13:48:56.085" v="130" actId="1076"/>
          <ac:picMkLst>
            <pc:docMk/>
            <pc:sldMk cId="1931034498" sldId="260"/>
            <ac:picMk id="9" creationId="{02F2D66C-B6E6-4FCE-B1ED-AF09E30D676E}"/>
          </ac:picMkLst>
        </pc:picChg>
        <pc:cxnChg chg="mod">
          <ac:chgData name="김정호" userId="a115ac67-88fc-423e-bd34-78ee0fe0a2b7" providerId="ADAL" clId="{4AA8FFAF-FBDD-4338-9AA2-8D3AF67B4D33}" dt="2021-06-24T13:48:52.269" v="129" actId="1076"/>
          <ac:cxnSpMkLst>
            <pc:docMk/>
            <pc:sldMk cId="1931034498" sldId="260"/>
            <ac:cxnSpMk id="13" creationId="{3F887BE6-19F8-406E-B70E-89D200CAADCC}"/>
          </ac:cxnSpMkLst>
        </pc:cxnChg>
        <pc:cxnChg chg="mod">
          <ac:chgData name="김정호" userId="a115ac67-88fc-423e-bd34-78ee0fe0a2b7" providerId="ADAL" clId="{4AA8FFAF-FBDD-4338-9AA2-8D3AF67B4D33}" dt="2021-06-24T13:46:43.873" v="3"/>
          <ac:cxnSpMkLst>
            <pc:docMk/>
            <pc:sldMk cId="1931034498" sldId="260"/>
            <ac:cxnSpMk id="17" creationId="{ED6F65AA-ACAC-4678-B24F-673B590B1FD2}"/>
          </ac:cxnSpMkLst>
        </pc:cxnChg>
        <pc:cxnChg chg="mod">
          <ac:chgData name="김정호" userId="a115ac67-88fc-423e-bd34-78ee0fe0a2b7" providerId="ADAL" clId="{4AA8FFAF-FBDD-4338-9AA2-8D3AF67B4D33}" dt="2021-06-24T13:46:43.873" v="3"/>
          <ac:cxnSpMkLst>
            <pc:docMk/>
            <pc:sldMk cId="1931034498" sldId="260"/>
            <ac:cxnSpMk id="18" creationId="{3C0274FF-3B64-4568-9995-9AE99C13FACE}"/>
          </ac:cxnSpMkLst>
        </pc:cxnChg>
        <pc:cxnChg chg="mod">
          <ac:chgData name="김정호" userId="a115ac67-88fc-423e-bd34-78ee0fe0a2b7" providerId="ADAL" clId="{4AA8FFAF-FBDD-4338-9AA2-8D3AF67B4D33}" dt="2021-06-24T13:46:43.873" v="3"/>
          <ac:cxnSpMkLst>
            <pc:docMk/>
            <pc:sldMk cId="1931034498" sldId="260"/>
            <ac:cxnSpMk id="19" creationId="{A56B084F-C9F1-4AD7-8508-4D4B0972DF48}"/>
          </ac:cxnSpMkLst>
        </pc:cxnChg>
        <pc:cxnChg chg="mod">
          <ac:chgData name="김정호" userId="a115ac67-88fc-423e-bd34-78ee0fe0a2b7" providerId="ADAL" clId="{4AA8FFAF-FBDD-4338-9AA2-8D3AF67B4D33}" dt="2021-06-24T13:46:43.873" v="3"/>
          <ac:cxnSpMkLst>
            <pc:docMk/>
            <pc:sldMk cId="1931034498" sldId="260"/>
            <ac:cxnSpMk id="20" creationId="{8823D1F4-326E-44BA-A7DC-772241164615}"/>
          </ac:cxnSpMkLst>
        </pc:cxnChg>
        <pc:cxnChg chg="mod">
          <ac:chgData name="김정호" userId="a115ac67-88fc-423e-bd34-78ee0fe0a2b7" providerId="ADAL" clId="{4AA8FFAF-FBDD-4338-9AA2-8D3AF67B4D33}" dt="2021-06-24T13:46:43.873" v="3"/>
          <ac:cxnSpMkLst>
            <pc:docMk/>
            <pc:sldMk cId="1931034498" sldId="260"/>
            <ac:cxnSpMk id="21" creationId="{4E261D59-3F1E-455C-B3A2-9B37695AF2F4}"/>
          </ac:cxnSpMkLst>
        </pc:cxnChg>
        <pc:cxnChg chg="mod">
          <ac:chgData name="김정호" userId="a115ac67-88fc-423e-bd34-78ee0fe0a2b7" providerId="ADAL" clId="{4AA8FFAF-FBDD-4338-9AA2-8D3AF67B4D33}" dt="2021-06-24T13:46:43.873" v="3"/>
          <ac:cxnSpMkLst>
            <pc:docMk/>
            <pc:sldMk cId="1931034498" sldId="260"/>
            <ac:cxnSpMk id="22" creationId="{32DA8E28-C053-4774-A894-16E66CA97186}"/>
          </ac:cxnSpMkLst>
        </pc:cxnChg>
      </pc:sldChg>
      <pc:sldChg chg="modSp mod">
        <pc:chgData name="김정호" userId="a115ac67-88fc-423e-bd34-78ee0fe0a2b7" providerId="ADAL" clId="{4AA8FFAF-FBDD-4338-9AA2-8D3AF67B4D33}" dt="2021-06-24T13:50:41.959" v="148" actId="20577"/>
        <pc:sldMkLst>
          <pc:docMk/>
          <pc:sldMk cId="450713697" sldId="266"/>
        </pc:sldMkLst>
        <pc:spChg chg="mod">
          <ac:chgData name="김정호" userId="a115ac67-88fc-423e-bd34-78ee0fe0a2b7" providerId="ADAL" clId="{4AA8FFAF-FBDD-4338-9AA2-8D3AF67B4D33}" dt="2021-06-24T13:50:41.959" v="148" actId="20577"/>
          <ac:spMkLst>
            <pc:docMk/>
            <pc:sldMk cId="450713697" sldId="266"/>
            <ac:spMk id="9" creationId="{35A597BA-5A42-47FC-8C67-C7A9F8B7045F}"/>
          </ac:spMkLst>
        </pc:spChg>
      </pc:sldChg>
      <pc:sldChg chg="modSp mod">
        <pc:chgData name="김정호" userId="a115ac67-88fc-423e-bd34-78ee0fe0a2b7" providerId="ADAL" clId="{4AA8FFAF-FBDD-4338-9AA2-8D3AF67B4D33}" dt="2021-06-24T13:50:43.750" v="150" actId="20577"/>
        <pc:sldMkLst>
          <pc:docMk/>
          <pc:sldMk cId="3421291493" sldId="267"/>
        </pc:sldMkLst>
        <pc:spChg chg="mod">
          <ac:chgData name="김정호" userId="a115ac67-88fc-423e-bd34-78ee0fe0a2b7" providerId="ADAL" clId="{4AA8FFAF-FBDD-4338-9AA2-8D3AF67B4D33}" dt="2021-06-24T13:50:43.750" v="150" actId="20577"/>
          <ac:spMkLst>
            <pc:docMk/>
            <pc:sldMk cId="3421291493" sldId="267"/>
            <ac:spMk id="9" creationId="{35A597BA-5A42-47FC-8C67-C7A9F8B7045F}"/>
          </ac:spMkLst>
        </pc:spChg>
      </pc:sldChg>
      <pc:sldChg chg="modSp mod">
        <pc:chgData name="김정호" userId="a115ac67-88fc-423e-bd34-78ee0fe0a2b7" providerId="ADAL" clId="{4AA8FFAF-FBDD-4338-9AA2-8D3AF67B4D33}" dt="2021-06-24T13:50:49.958" v="154" actId="20577"/>
        <pc:sldMkLst>
          <pc:docMk/>
          <pc:sldMk cId="248195568" sldId="268"/>
        </pc:sldMkLst>
        <pc:spChg chg="mod">
          <ac:chgData name="김정호" userId="a115ac67-88fc-423e-bd34-78ee0fe0a2b7" providerId="ADAL" clId="{4AA8FFAF-FBDD-4338-9AA2-8D3AF67B4D33}" dt="2021-06-24T13:50:49.958" v="154" actId="20577"/>
          <ac:spMkLst>
            <pc:docMk/>
            <pc:sldMk cId="248195568" sldId="268"/>
            <ac:spMk id="9" creationId="{35A597BA-5A42-47FC-8C67-C7A9F8B7045F}"/>
          </ac:spMkLst>
        </pc:spChg>
      </pc:sldChg>
      <pc:sldChg chg="modSp mod">
        <pc:chgData name="김정호" userId="a115ac67-88fc-423e-bd34-78ee0fe0a2b7" providerId="ADAL" clId="{4AA8FFAF-FBDD-4338-9AA2-8D3AF67B4D33}" dt="2021-06-24T13:50:47.849" v="152" actId="20577"/>
        <pc:sldMkLst>
          <pc:docMk/>
          <pc:sldMk cId="3802387367" sldId="269"/>
        </pc:sldMkLst>
        <pc:spChg chg="mod">
          <ac:chgData name="김정호" userId="a115ac67-88fc-423e-bd34-78ee0fe0a2b7" providerId="ADAL" clId="{4AA8FFAF-FBDD-4338-9AA2-8D3AF67B4D33}" dt="2021-06-24T13:50:47.849" v="152" actId="20577"/>
          <ac:spMkLst>
            <pc:docMk/>
            <pc:sldMk cId="3802387367" sldId="269"/>
            <ac:spMk id="9" creationId="{35A597BA-5A42-47FC-8C67-C7A9F8B7045F}"/>
          </ac:spMkLst>
        </pc:spChg>
      </pc:sldChg>
      <pc:sldChg chg="modSp mod">
        <pc:chgData name="김정호" userId="a115ac67-88fc-423e-bd34-78ee0fe0a2b7" providerId="ADAL" clId="{4AA8FFAF-FBDD-4338-9AA2-8D3AF67B4D33}" dt="2021-06-29T03:39:47.937" v="166" actId="1036"/>
        <pc:sldMkLst>
          <pc:docMk/>
          <pc:sldMk cId="3253722260" sldId="270"/>
        </pc:sldMkLst>
        <pc:spChg chg="mod">
          <ac:chgData name="김정호" userId="a115ac67-88fc-423e-bd34-78ee0fe0a2b7" providerId="ADAL" clId="{4AA8FFAF-FBDD-4338-9AA2-8D3AF67B4D33}" dt="2021-06-24T13:50:52.502" v="156" actId="20577"/>
          <ac:spMkLst>
            <pc:docMk/>
            <pc:sldMk cId="3253722260" sldId="270"/>
            <ac:spMk id="9" creationId="{35A597BA-5A42-47FC-8C67-C7A9F8B7045F}"/>
          </ac:spMkLst>
        </pc:spChg>
        <pc:spChg chg="mod">
          <ac:chgData name="김정호" userId="a115ac67-88fc-423e-bd34-78ee0fe0a2b7" providerId="ADAL" clId="{4AA8FFAF-FBDD-4338-9AA2-8D3AF67B4D33}" dt="2021-06-29T03:39:47.937" v="166" actId="1036"/>
          <ac:spMkLst>
            <pc:docMk/>
            <pc:sldMk cId="3253722260" sldId="270"/>
            <ac:spMk id="21" creationId="{8113EFF0-C2CC-4643-AE93-1BC701FAA589}"/>
          </ac:spMkLst>
        </pc:spChg>
      </pc:sldChg>
      <pc:sldChg chg="modSp mod">
        <pc:chgData name="김정호" userId="a115ac67-88fc-423e-bd34-78ee0fe0a2b7" providerId="ADAL" clId="{4AA8FFAF-FBDD-4338-9AA2-8D3AF67B4D33}" dt="2021-06-24T13:50:54.911" v="158" actId="20577"/>
        <pc:sldMkLst>
          <pc:docMk/>
          <pc:sldMk cId="624751599" sldId="272"/>
        </pc:sldMkLst>
        <pc:spChg chg="mod">
          <ac:chgData name="김정호" userId="a115ac67-88fc-423e-bd34-78ee0fe0a2b7" providerId="ADAL" clId="{4AA8FFAF-FBDD-4338-9AA2-8D3AF67B4D33}" dt="2021-06-24T13:50:54.911" v="158" actId="20577"/>
          <ac:spMkLst>
            <pc:docMk/>
            <pc:sldMk cId="624751599" sldId="272"/>
            <ac:spMk id="9" creationId="{35A597BA-5A42-47FC-8C67-C7A9F8B7045F}"/>
          </ac:spMkLst>
        </pc:spChg>
      </pc:sldChg>
      <pc:sldChg chg="modSp mod">
        <pc:chgData name="김정호" userId="a115ac67-88fc-423e-bd34-78ee0fe0a2b7" providerId="ADAL" clId="{4AA8FFAF-FBDD-4338-9AA2-8D3AF67B4D33}" dt="2021-06-29T03:41:25.267" v="389" actId="20577"/>
        <pc:sldMkLst>
          <pc:docMk/>
          <pc:sldMk cId="3354675266" sldId="273"/>
        </pc:sldMkLst>
        <pc:spChg chg="mod">
          <ac:chgData name="김정호" userId="a115ac67-88fc-423e-bd34-78ee0fe0a2b7" providerId="ADAL" clId="{4AA8FFAF-FBDD-4338-9AA2-8D3AF67B4D33}" dt="2021-06-24T13:50:57.207" v="160" actId="20577"/>
          <ac:spMkLst>
            <pc:docMk/>
            <pc:sldMk cId="3354675266" sldId="273"/>
            <ac:spMk id="9" creationId="{35A597BA-5A42-47FC-8C67-C7A9F8B7045F}"/>
          </ac:spMkLst>
        </pc:spChg>
        <pc:spChg chg="mod">
          <ac:chgData name="김정호" userId="a115ac67-88fc-423e-bd34-78ee0fe0a2b7" providerId="ADAL" clId="{4AA8FFAF-FBDD-4338-9AA2-8D3AF67B4D33}" dt="2021-06-29T03:41:25.267" v="389" actId="20577"/>
          <ac:spMkLst>
            <pc:docMk/>
            <pc:sldMk cId="3354675266" sldId="273"/>
            <ac:spMk id="18" creationId="{22F05C82-6D3B-459F-80B5-20B9C41F6C46}"/>
          </ac:spMkLst>
        </pc:spChg>
      </pc:sldChg>
      <pc:sldChg chg="modSp mod">
        <pc:chgData name="김정호" userId="a115ac67-88fc-423e-bd34-78ee0fe0a2b7" providerId="ADAL" clId="{4AA8FFAF-FBDD-4338-9AA2-8D3AF67B4D33}" dt="2021-07-01T04:49:59.547" v="408" actId="20577"/>
        <pc:sldMkLst>
          <pc:docMk/>
          <pc:sldMk cId="2200659396" sldId="274"/>
        </pc:sldMkLst>
        <pc:spChg chg="mod">
          <ac:chgData name="김정호" userId="a115ac67-88fc-423e-bd34-78ee0fe0a2b7" providerId="ADAL" clId="{4AA8FFAF-FBDD-4338-9AA2-8D3AF67B4D33}" dt="2021-07-01T04:49:58.756" v="407" actId="20577"/>
          <ac:spMkLst>
            <pc:docMk/>
            <pc:sldMk cId="2200659396" sldId="274"/>
            <ac:spMk id="9" creationId="{622FB0FF-CF12-4876-BD4F-4FF0D273979C}"/>
          </ac:spMkLst>
        </pc:spChg>
        <pc:spChg chg="mod">
          <ac:chgData name="김정호" userId="a115ac67-88fc-423e-bd34-78ee0fe0a2b7" providerId="ADAL" clId="{4AA8FFAF-FBDD-4338-9AA2-8D3AF67B4D33}" dt="2021-07-01T04:49:59.547" v="408" actId="20577"/>
          <ac:spMkLst>
            <pc:docMk/>
            <pc:sldMk cId="2200659396" sldId="274"/>
            <ac:spMk id="11" creationId="{99C954D4-4DEB-43DA-BD40-C62F4BF1006B}"/>
          </ac:spMkLst>
        </pc:spChg>
      </pc:sldChg>
      <pc:sldChg chg="addSp modSp">
        <pc:chgData name="김정호" userId="a115ac67-88fc-423e-bd34-78ee0fe0a2b7" providerId="ADAL" clId="{4AA8FFAF-FBDD-4338-9AA2-8D3AF67B4D33}" dt="2021-07-01T04:49:50.934" v="406"/>
        <pc:sldMkLst>
          <pc:docMk/>
          <pc:sldMk cId="2893338430" sldId="276"/>
        </pc:sldMkLst>
        <pc:picChg chg="add mod">
          <ac:chgData name="김정호" userId="a115ac67-88fc-423e-bd34-78ee0fe0a2b7" providerId="ADAL" clId="{4AA8FFAF-FBDD-4338-9AA2-8D3AF67B4D33}" dt="2021-07-01T04:49:50.934" v="406"/>
          <ac:picMkLst>
            <pc:docMk/>
            <pc:sldMk cId="2893338430" sldId="276"/>
            <ac:picMk id="12" creationId="{9966CE8F-FAF4-4439-91C5-4831026CD67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AA4E12-91D1-4D94-8D78-684A1C7D2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B954C0-807A-43CA-BB3D-A1A21F0C01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2D150F-5EB5-4EFC-B308-DB8D783E9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2E346C-4EDE-45F2-A027-9B2FA738A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265031-93B1-483C-A6DC-8D96EE414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43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6DCC52-F8DB-45CE-9533-8DF56C5A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AF3B78-E8FE-4B7F-BB98-46851D492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68C1E5-490D-461D-A1AE-CCEF04FBA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93BFF0-EE4C-4932-9920-F0F187995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951DD5-1471-4B8C-B458-F78C5D5EB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809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E5BC7-FC16-409A-AB00-024CA8FFA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B688CE-4136-48F2-9085-76D98E24D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30B73B-189D-4AD3-B605-F2D8F5DA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77836D-304B-4AC8-9C22-68CF8D9D5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D46887-2909-4174-AE4B-405103ACE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20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2FB994-D1EC-4130-B9CF-5CE30B369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6AB86A-315B-4A67-833A-2DBDEB3301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CD7309-0CD5-413E-913F-D7EC94D7C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C058A3-650C-40E2-B867-A3953760B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71820D-88F3-4F82-9E0B-DD05CB730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3087F6-E99C-40EF-A91C-444CC6A77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112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36A17-E5B3-4AEF-B0CA-4C1E11D6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BBBEA2-4176-4398-A7E3-968471B40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CD98D5-A913-4E5E-8D23-A1D0FEDE1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50D29EA-E556-49BE-8EF8-65F9E8BC43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25475B-3A43-475D-AA96-C776AABF0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B6D0CC-F688-423C-B096-D260323EF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2021-07-21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0FBB185-D516-46F7-B799-677925A40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56A67F6-B687-4830-9659-DD7F5309E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656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14D1DC-09FE-4844-9B63-FFF441956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4F14132-229E-4939-83BB-341AD574C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2021-07-21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5D6DF6-D46E-43D1-8D5D-4D4D8783F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48B9BD-65A5-4108-B38D-DB2EBC43C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579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9EC94F8-80BB-45ED-B95A-D915F96DF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2021-07-21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0D5B5A8-FEC6-4DD2-A326-E7A141422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C2C747-61C2-47F7-93CC-927105F15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38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99B435-0997-40F9-9CF1-AE0F649E8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3348D-595F-4E70-834C-CC26D4808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FCC0E2-72BF-455D-BCBE-EA2BC5E8F3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03B532-FC39-44AE-85CA-BBABA65E5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5F7299-8C9C-4494-BE32-E87FC40B0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F0E303-39E9-4251-82BC-C2A5583C1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797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A1C9-BD99-4560-98A2-FA848F6C0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714D89D-214B-490C-8127-E8C1B3DE4D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9CD36A-B1A3-40CE-8803-DA5E75135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CD1569-23A8-4F2B-9588-EC302F20B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6EDBEC-E8DF-44D4-8982-C286DFF79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A7D2DD-E7D7-4938-9194-B29B5574E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34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CD4B77-DD02-439A-8B58-8865CCE07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DD6BC09-8418-4E79-8D67-CCC9A359E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FED18E-6703-472A-878C-BC0A6543E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9A115E-D8B4-4A36-B52C-1F8ECCEBD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D3252A-F11E-46C5-B920-4CA548EB2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3453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8001FED-F1E9-4C4D-9308-9101C05A07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9ABE8C-CA34-43E7-A0F7-0C486FC6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06FB73-B1F4-4788-98B3-EE46B2A7B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333E2D-FAA3-4D18-8090-FC72881B7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79AAA4-7D94-4F98-AD06-039B1A3A2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793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6449F49-A91C-4EFF-8E0F-BDB2D3C3F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DA5B4C-6B60-46FE-8EAB-CFD83F5AE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DF9ED5-D0F8-42C9-A32C-0FA9387A7F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658BF-E47E-4ECA-A246-FF4B464703B6}" type="datetimeFigureOut">
              <a:rPr lang="ko-KR" altLang="en-US" smtClean="0"/>
              <a:t>2021-07-21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6D1091-FA55-450F-8D85-ACBE54D9BE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950777-1D64-4CCA-B6CE-CBF20F83A2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0345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79AB62-0012-4464-B89D-20E798B356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74493" y="1088161"/>
            <a:ext cx="4005407" cy="2387600"/>
          </a:xfrm>
        </p:spPr>
        <p:txBody>
          <a:bodyPr/>
          <a:lstStyle/>
          <a:p>
            <a:r>
              <a:rPr lang="en-US" altLang="ko-KR" dirty="0">
                <a:ea typeface="나눔스퀘어 ExtraBold" panose="020B0600000101010101"/>
              </a:rPr>
              <a:t>I-GPS</a:t>
            </a:r>
            <a:endParaRPr lang="ko-KR" altLang="en-US" dirty="0">
              <a:ea typeface="나눔스퀘어 ExtraBold" panose="020B0600000101010101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EC9DA8A-5AEE-48B6-B7D7-D6D2E46B3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5332" y="3475761"/>
            <a:ext cx="4697506" cy="1655762"/>
          </a:xfrm>
        </p:spPr>
        <p:txBody>
          <a:bodyPr/>
          <a:lstStyle/>
          <a:p>
            <a:r>
              <a:rPr lang="en-US" altLang="ko-KR" b="1" dirty="0">
                <a:solidFill>
                  <a:srgbClr val="24292E"/>
                </a:solidFill>
                <a:latin typeface="-apple-system"/>
                <a:ea typeface="나눔스퀘어 ExtraBold" panose="020B0600000101010101"/>
              </a:rPr>
              <a:t>I-Cinema TEAM</a:t>
            </a:r>
            <a:endParaRPr lang="en-US" altLang="ko-KR" b="1" dirty="0">
              <a:ea typeface="나눔스퀘어 ExtraBold" panose="020B0600000101010101"/>
            </a:endParaRPr>
          </a:p>
        </p:txBody>
      </p:sp>
      <p:pic>
        <p:nvPicPr>
          <p:cNvPr id="4" name="Picture 0">
            <a:extLst>
              <a:ext uri="{FF2B5EF4-FFF2-40B4-BE49-F238E27FC236}">
                <a16:creationId xmlns:a16="http://schemas.microsoft.com/office/drawing/2014/main" id="{B44689D6-121B-4779-B88A-0484CB572F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4A18879-AD94-4940-8C61-E908E378D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02619DF-86EC-4C9D-BA0E-763A46FDB087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9F60EE4-7FB8-45A8-A934-1102E28D546C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c 6">
            <a:extLst>
              <a:ext uri="{FF2B5EF4-FFF2-40B4-BE49-F238E27FC236}">
                <a16:creationId xmlns:a16="http://schemas.microsoft.com/office/drawing/2014/main" id="{08DC0DEF-247A-476C-BBC9-F083ABD38F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2115" y="843354"/>
            <a:ext cx="5077769" cy="507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99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D4BD122-7379-4404-8C55-12760045D6A6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9AA612A1-88B6-4F2A-A45B-9917EE827D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E8E8CF4-9CE6-4125-BE09-A0A32B78C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BBBA303-B92D-4417-97C2-40728699D007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22FB0FF-CF12-4876-BD4F-4FF0D273979C}"/>
              </a:ext>
            </a:extLst>
          </p:cNvPr>
          <p:cNvSpPr txBox="1"/>
          <p:nvPr/>
        </p:nvSpPr>
        <p:spPr>
          <a:xfrm>
            <a:off x="129033" y="1432937"/>
            <a:ext cx="119339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숫자형 데이터</a:t>
            </a: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  <a:latin typeface="Helvetica Neue"/>
              </a:rPr>
              <a:t>Mean_Length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: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전체 에피소드 러닝타임의 최대값과 최소값의 평균을 </a:t>
            </a:r>
            <a:r>
              <a:rPr lang="ko-KR" altLang="en-US" dirty="0">
                <a:solidFill>
                  <a:srgbClr val="333333"/>
                </a:solidFill>
                <a:latin typeface="Helvetica Neue"/>
              </a:rPr>
              <a:t>분단위로 표현</a:t>
            </a:r>
            <a:r>
              <a:rPr lang="en-US" altLang="ko-KR" dirty="0">
                <a:solidFill>
                  <a:srgbClr val="333333"/>
                </a:solidFill>
                <a:latin typeface="Helvetica Neue"/>
              </a:rPr>
              <a:t>. (</a:t>
            </a:r>
            <a:r>
              <a:rPr lang="ko-KR" altLang="en-US" dirty="0">
                <a:solidFill>
                  <a:srgbClr val="333333"/>
                </a:solidFill>
                <a:latin typeface="Helvetica Neue"/>
              </a:rPr>
              <a:t>영화의 경우 러닝타임과 동일</a:t>
            </a:r>
            <a:r>
              <a:rPr lang="en-US" altLang="ko-KR" dirty="0">
                <a:solidFill>
                  <a:srgbClr val="333333"/>
                </a:solidFill>
                <a:latin typeface="Helvetica Neue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  <a:latin typeface="Helvetica Neue"/>
              </a:rPr>
              <a:t>Director_max_award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: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감독의 수상개수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(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공동 감독의 경우 가장 수상개수가 많은 감독의 수상개수를 적용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+mj-lt"/>
              </a:rPr>
              <a:t> </a:t>
            </a:r>
            <a:r>
              <a:rPr lang="en-US" altLang="ko-KR" sz="1800" dirty="0" err="1">
                <a:latin typeface="+mj-lt"/>
              </a:rPr>
              <a:t>All_rating</a:t>
            </a:r>
            <a:r>
              <a:rPr lang="en-US" altLang="ko-KR" sz="1800" dirty="0">
                <a:latin typeface="+mj-lt"/>
              </a:rPr>
              <a:t> : IMDB</a:t>
            </a:r>
            <a:r>
              <a:rPr lang="ko-KR" altLang="en-US" sz="1800" dirty="0">
                <a:latin typeface="+mj-lt"/>
              </a:rPr>
              <a:t>의 전체 평점 </a:t>
            </a:r>
            <a:r>
              <a:rPr lang="en-US" altLang="ko-KR" sz="1800" dirty="0">
                <a:latin typeface="+mj-lt"/>
              </a:rPr>
              <a:t>(</a:t>
            </a:r>
            <a:r>
              <a:rPr lang="ko-KR" altLang="en-US" sz="1800" dirty="0">
                <a:latin typeface="+mj-lt"/>
              </a:rPr>
              <a:t>성별</a:t>
            </a:r>
            <a:r>
              <a:rPr lang="en-US" altLang="ko-KR" sz="1800" dirty="0">
                <a:latin typeface="+mj-lt"/>
              </a:rPr>
              <a:t>, </a:t>
            </a:r>
            <a:r>
              <a:rPr lang="ko-KR" altLang="en-US" sz="1800" dirty="0">
                <a:latin typeface="+mj-lt"/>
              </a:rPr>
              <a:t>나이 무관</a:t>
            </a:r>
            <a:r>
              <a:rPr lang="en-US" altLang="ko-KR" sz="1800" dirty="0">
                <a:latin typeface="+mj-lt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C954D4-4DEB-43DA-BD40-C62F4BF1006B}"/>
              </a:ext>
            </a:extLst>
          </p:cNvPr>
          <p:cNvSpPr txBox="1"/>
          <p:nvPr/>
        </p:nvSpPr>
        <p:spPr>
          <a:xfrm>
            <a:off x="129033" y="3089238"/>
            <a:ext cx="1064782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i="0" dirty="0">
                <a:solidFill>
                  <a:srgbClr val="333333"/>
                </a:solidFill>
                <a:effectLst/>
                <a:latin typeface="Helvetica Neue"/>
              </a:rPr>
              <a:t>- Factor</a:t>
            </a:r>
            <a:r>
              <a:rPr lang="ko-KR" altLang="en-US" b="1" i="0" dirty="0">
                <a:solidFill>
                  <a:srgbClr val="333333"/>
                </a:solidFill>
                <a:effectLst/>
                <a:latin typeface="Helvetica Neue"/>
              </a:rPr>
              <a:t>형 데이터</a:t>
            </a:r>
            <a:endParaRPr lang="en-US" altLang="ko-KR" b="1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ko-KR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Age :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관람등급을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(</a:t>
            </a:r>
            <a:r>
              <a:rPr lang="ko-KR" altLang="en-US" dirty="0">
                <a:solidFill>
                  <a:srgbClr val="333333"/>
                </a:solidFill>
                <a:latin typeface="Helvetica Neue"/>
              </a:rPr>
              <a:t>청소년관람불가</a:t>
            </a:r>
            <a:r>
              <a:rPr lang="en-US" altLang="ko-KR" dirty="0">
                <a:solidFill>
                  <a:srgbClr val="333333"/>
                </a:solidFill>
                <a:latin typeface="Helvetica Neue"/>
              </a:rPr>
              <a:t>, 12</a:t>
            </a:r>
            <a:r>
              <a:rPr lang="ko-KR" altLang="en-US" dirty="0" err="1">
                <a:solidFill>
                  <a:srgbClr val="333333"/>
                </a:solidFill>
                <a:latin typeface="Helvetica Neue"/>
              </a:rPr>
              <a:t>세이상관람가</a:t>
            </a:r>
            <a:r>
              <a:rPr lang="en-US" altLang="ko-KR" dirty="0">
                <a:solidFill>
                  <a:srgbClr val="333333"/>
                </a:solidFill>
                <a:latin typeface="Helvetica Neue"/>
              </a:rPr>
              <a:t>, 15</a:t>
            </a:r>
            <a:r>
              <a:rPr lang="ko-KR" altLang="en-US" dirty="0" err="1">
                <a:solidFill>
                  <a:srgbClr val="333333"/>
                </a:solidFill>
                <a:latin typeface="Helvetica Neue"/>
              </a:rPr>
              <a:t>세이상관람가</a:t>
            </a:r>
            <a:r>
              <a:rPr lang="en-US" altLang="ko-KR" dirty="0">
                <a:solidFill>
                  <a:srgbClr val="333333"/>
                </a:solidFill>
                <a:latin typeface="Helvetica Neue"/>
              </a:rPr>
              <a:t>, </a:t>
            </a:r>
            <a:r>
              <a:rPr lang="ko-KR" altLang="en-US" dirty="0" err="1">
                <a:solidFill>
                  <a:srgbClr val="333333"/>
                </a:solidFill>
                <a:latin typeface="Helvetica Neue"/>
              </a:rPr>
              <a:t>전체관람가</a:t>
            </a:r>
            <a:r>
              <a:rPr lang="en-US" altLang="ko-KR" dirty="0">
                <a:solidFill>
                  <a:srgbClr val="333333"/>
                </a:solidFill>
                <a:latin typeface="Helvetica Neue"/>
              </a:rPr>
              <a:t>) </a:t>
            </a:r>
            <a:r>
              <a:rPr lang="ko-KR" altLang="en-US" dirty="0">
                <a:solidFill>
                  <a:srgbClr val="333333"/>
                </a:solidFill>
                <a:latin typeface="Helvetica Neue"/>
              </a:rPr>
              <a:t>로 표현</a:t>
            </a:r>
            <a:endParaRPr lang="en-US" altLang="ko-KR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Year :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latin typeface="Helvetica Neue"/>
              </a:rPr>
              <a:t>제작년도를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2013~2020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년으로 표현</a:t>
            </a:r>
            <a:endParaRPr lang="en-US" altLang="ko-KR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 </a:t>
            </a:r>
            <a:r>
              <a:rPr lang="en-US" altLang="ko-KR" sz="1800" strike="noStrike" dirty="0" err="1">
                <a:effectLst/>
                <a:latin typeface="+mj-lt"/>
                <a:ea typeface="맑은 고딕" panose="020B0503020000020004" pitchFamily="50" charset="-127"/>
              </a:rPr>
              <a:t>Harmful_themes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 :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유해한 주제를 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(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없음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 err="1">
                <a:effectLst/>
                <a:latin typeface="+mj-lt"/>
                <a:ea typeface="맑은 고딕" panose="020B0503020000020004" pitchFamily="50" charset="-127"/>
              </a:rPr>
              <a:t>다소높음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보통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)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로 표현</a:t>
            </a:r>
            <a:endParaRPr lang="en-US" altLang="ko-KR" sz="1800" strike="noStrike" dirty="0">
              <a:effectLst/>
              <a:latin typeface="+mj-lt"/>
              <a:ea typeface="맑은 고딕" panose="020B0503020000020004" pitchFamily="50" charset="-127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Lewdness :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선정적인 정도를 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(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없음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 err="1">
                <a:effectLst/>
                <a:latin typeface="+mj-lt"/>
                <a:ea typeface="맑은 고딕" panose="020B0503020000020004" pitchFamily="50" charset="-127"/>
              </a:rPr>
              <a:t>다소높음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보통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)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로 표현</a:t>
            </a:r>
            <a:endParaRPr lang="en-US" altLang="ko-KR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 Violence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: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폭력성의 정도를 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(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없음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 err="1">
                <a:effectLst/>
                <a:latin typeface="+mj-lt"/>
                <a:ea typeface="맑은 고딕" panose="020B0503020000020004" pitchFamily="50" charset="-127"/>
              </a:rPr>
              <a:t>다소높음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보통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)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로 표현</a:t>
            </a:r>
            <a:endParaRPr lang="en-US" altLang="ko-KR" sz="1800" strike="noStrike" dirty="0">
              <a:effectLst/>
              <a:latin typeface="+mj-lt"/>
              <a:ea typeface="맑은 고딕" panose="020B0503020000020004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lt"/>
                <a:ea typeface="맑은 고딕" panose="020B0503020000020004" pitchFamily="50" charset="-127"/>
              </a:rPr>
              <a:t> 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Profanity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: </a:t>
            </a:r>
            <a:r>
              <a:rPr lang="ko-KR" altLang="en-US" dirty="0">
                <a:solidFill>
                  <a:srgbClr val="333333"/>
                </a:solidFill>
                <a:latin typeface="Helvetica Neue"/>
              </a:rPr>
              <a:t>욕설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의 정도를 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(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없음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 err="1">
                <a:effectLst/>
                <a:latin typeface="+mj-lt"/>
                <a:ea typeface="맑은 고딕" panose="020B0503020000020004" pitchFamily="50" charset="-127"/>
              </a:rPr>
              <a:t>다소높음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보통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)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로 표현</a:t>
            </a:r>
            <a:endParaRPr lang="en-US" altLang="ko-KR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Fear :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공포의 정도를 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(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없음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 err="1">
                <a:effectLst/>
                <a:latin typeface="+mj-lt"/>
                <a:ea typeface="맑은 고딕" panose="020B0503020000020004" pitchFamily="50" charset="-127"/>
              </a:rPr>
              <a:t>다소높음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보통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)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로 표현</a:t>
            </a:r>
            <a:endParaRPr lang="en-US" altLang="ko-KR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Drugs :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마약의 비중을 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(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없음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 err="1">
                <a:effectLst/>
                <a:latin typeface="+mj-lt"/>
                <a:ea typeface="맑은 고딕" panose="020B0503020000020004" pitchFamily="50" charset="-127"/>
              </a:rPr>
              <a:t>다소높음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보통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)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로 표현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 </a:t>
            </a:r>
            <a:r>
              <a:rPr lang="en-US" altLang="ko-KR" sz="1800" strike="noStrike" dirty="0" err="1">
                <a:effectLst/>
                <a:latin typeface="+mj-lt"/>
                <a:ea typeface="맑은 고딕" panose="020B0503020000020004" pitchFamily="50" charset="-127"/>
              </a:rPr>
              <a:t>Immatatable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: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모방위험을 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(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없음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 err="1">
                <a:effectLst/>
                <a:latin typeface="+mj-lt"/>
                <a:ea typeface="맑은 고딕" panose="020B0503020000020004" pitchFamily="50" charset="-127"/>
              </a:rPr>
              <a:t>다소높음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보통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)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로 표현</a:t>
            </a:r>
            <a:endParaRPr lang="en-US" altLang="ko-KR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0312349-BE1B-47AE-AD2A-21BCF3F2EDA7}"/>
              </a:ext>
            </a:extLst>
          </p:cNvPr>
          <p:cNvSpPr/>
          <p:nvPr/>
        </p:nvSpPr>
        <p:spPr>
          <a:xfrm>
            <a:off x="892804" y="647159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01</a:t>
            </a:r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617F465-2B81-4606-92AB-8FC040BC10B6}"/>
              </a:ext>
            </a:extLst>
          </p:cNvPr>
          <p:cNvGrpSpPr/>
          <p:nvPr/>
        </p:nvGrpSpPr>
        <p:grpSpPr>
          <a:xfrm>
            <a:off x="1827883" y="1112970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599B178E-DB31-47FD-988C-6A8E9BEAEB9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8E63937-BFF6-418C-A7C3-3AF3505F6A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688C05B7-7ED3-4865-BD4F-B133130F9B29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54AFA92B-B128-45C9-9EEC-27C386178D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72910C49-0737-4E01-A082-E841CE889A71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42FC3DBC-CD27-4387-B5E0-BE02F9A57A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831C924-9F59-4EF9-AC3E-A71D998008C8}"/>
              </a:ext>
            </a:extLst>
          </p:cNvPr>
          <p:cNvSpPr txBox="1"/>
          <p:nvPr/>
        </p:nvSpPr>
        <p:spPr>
          <a:xfrm>
            <a:off x="1738236" y="629441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변수에 대한</a:t>
            </a:r>
          </a:p>
        </p:txBody>
      </p:sp>
    </p:spTree>
    <p:extLst>
      <p:ext uri="{BB962C8B-B14F-4D97-AF65-F5344CB8AC3E}">
        <p14:creationId xmlns:p14="http://schemas.microsoft.com/office/powerpoint/2010/main" val="2200659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D17487D-D593-4FF4-B8E4-B9B62B19D731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50006A0D-8FFF-429A-BD55-A7F5476512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B999295-A110-4710-8A89-881F2C3B4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285A44C-BB12-4EEA-B1B9-6B2DB70BD30A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174AE92-69B5-4906-964F-464B0077DAAB}"/>
              </a:ext>
            </a:extLst>
          </p:cNvPr>
          <p:cNvSpPr txBox="1"/>
          <p:nvPr/>
        </p:nvSpPr>
        <p:spPr>
          <a:xfrm>
            <a:off x="6096000" y="2254896"/>
            <a:ext cx="6374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종합데이터는 드라마와 영화가 혼합된 자료이기 때문에 드라마와 영화에 따른 특성이 다를 수 있음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425BEFA-2FCE-46CD-B9CE-087DF5D94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581" y="1836048"/>
            <a:ext cx="5828761" cy="3874314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4F4511B-4E15-43D8-8BC1-D27D36E6C79D}"/>
              </a:ext>
            </a:extLst>
          </p:cNvPr>
          <p:cNvSpPr txBox="1"/>
          <p:nvPr/>
        </p:nvSpPr>
        <p:spPr>
          <a:xfrm>
            <a:off x="6096000" y="3041511"/>
            <a:ext cx="61186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이를 확인하기 위하여 데이터를 분리하여 따로 회귀를 진행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ED4A7C2-53F3-4219-A49C-AE1C908F8735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01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7439ADC-FCED-4AA7-820D-9C4632381004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F1EF3EB6-AEA9-4403-B328-A5CC092DCD5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44723A-F10F-47B2-B2C4-2650E9FAFD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13E9F5BF-BEF1-4E6F-8981-1C075EDEE333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F882832D-C130-45D2-B0DD-1EE158D3FC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F2603ED2-7CDA-4449-8AC9-8D7E5CE415B5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357951A1-AB86-4479-9D44-DE2BF0D621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D1641DC-F0C4-49D8-AA6B-EE7E0F89FE34}"/>
              </a:ext>
            </a:extLst>
          </p:cNvPr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설명</a:t>
            </a:r>
          </a:p>
        </p:txBody>
      </p:sp>
    </p:spTree>
    <p:extLst>
      <p:ext uri="{BB962C8B-B14F-4D97-AF65-F5344CB8AC3E}">
        <p14:creationId xmlns:p14="http://schemas.microsoft.com/office/powerpoint/2010/main" val="2026012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321597-D429-4B3A-AC4E-81053662CD19}"/>
              </a:ext>
            </a:extLst>
          </p:cNvPr>
          <p:cNvSpPr txBox="1"/>
          <p:nvPr/>
        </p:nvSpPr>
        <p:spPr>
          <a:xfrm>
            <a:off x="555811" y="6377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-</a:t>
            </a:r>
            <a:r>
              <a:rPr lang="ko-KR" altLang="en-US" b="1" dirty="0"/>
              <a:t>드라마 영화 데이터를 분리한 이유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36FDE96-44F7-4893-96AC-D6B281CA5FB1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47087954-DE13-4CA7-83C3-F0355BB46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D22A625-B6E7-4460-BA1F-D606D61437F4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51B9CCF-7B52-4047-97DB-0273F14D4A1F}"/>
              </a:ext>
            </a:extLst>
          </p:cNvPr>
          <p:cNvSpPr txBox="1"/>
          <p:nvPr/>
        </p:nvSpPr>
        <p:spPr>
          <a:xfrm>
            <a:off x="640976" y="4183872"/>
            <a:ext cx="10910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영화와 드라마는 특성이 다르고 평점에 영향을 주는 요소도 다를 것이라고 판단되어 따로 분석을 진행</a:t>
            </a:r>
            <a:endParaRPr lang="en-US" altLang="ko-KR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23161B6-EC58-4034-8ADA-BE1FD9E79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188" y="1225942"/>
            <a:ext cx="3507349" cy="222885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651AFA9-2BDC-4A8E-90A9-E46C42634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777" y="1225942"/>
            <a:ext cx="3626650" cy="222574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917E5C4-7242-4B24-AE32-568005118A99}"/>
              </a:ext>
            </a:extLst>
          </p:cNvPr>
          <p:cNvSpPr txBox="1"/>
          <p:nvPr/>
        </p:nvSpPr>
        <p:spPr>
          <a:xfrm>
            <a:off x="1059984" y="3630709"/>
            <a:ext cx="9628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IMDB</a:t>
            </a:r>
            <a:r>
              <a:rPr lang="ko-KR" altLang="en-US" dirty="0"/>
              <a:t>의 영화</a:t>
            </a:r>
            <a:r>
              <a:rPr lang="en-US" altLang="ko-KR" dirty="0"/>
              <a:t>, </a:t>
            </a:r>
            <a:r>
              <a:rPr lang="ko-KR" altLang="en-US" dirty="0"/>
              <a:t>드라마 상위 평점을 살펴보면 드라마의 평점이 전체적으로 </a:t>
            </a:r>
            <a:r>
              <a:rPr lang="ko-KR" altLang="en-US" dirty="0" err="1"/>
              <a:t>높은것을</a:t>
            </a:r>
            <a:r>
              <a:rPr lang="ko-KR" altLang="en-US" dirty="0"/>
              <a:t> 확인가능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EB8D112-B6A0-43AF-8856-B9876BAC9B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3407" y="4680014"/>
            <a:ext cx="1385098" cy="1500523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808B052-841B-4304-BEE3-C16A7EECAF65}"/>
              </a:ext>
            </a:extLst>
          </p:cNvPr>
          <p:cNvSpPr txBox="1"/>
          <p:nvPr/>
        </p:nvSpPr>
        <p:spPr>
          <a:xfrm>
            <a:off x="555811" y="5007825"/>
            <a:ext cx="83170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-</a:t>
            </a:r>
            <a:r>
              <a:rPr lang="ko-KR" altLang="en-US" b="1" dirty="0"/>
              <a:t>분류 방법</a:t>
            </a:r>
            <a:endParaRPr lang="en-US" altLang="ko-KR" b="1" dirty="0"/>
          </a:p>
          <a:p>
            <a:endParaRPr lang="en-US" altLang="ko-KR" dirty="0"/>
          </a:p>
          <a:p>
            <a:r>
              <a:rPr lang="ko-KR" altLang="en-US" dirty="0" err="1"/>
              <a:t>넷플릭스</a:t>
            </a:r>
            <a:r>
              <a:rPr lang="ko-KR" altLang="en-US" dirty="0"/>
              <a:t> 오리지널 데이터 중 에피소드의 유무를 통해 드라마와 영화를 분류</a:t>
            </a:r>
          </a:p>
        </p:txBody>
      </p:sp>
      <p:pic>
        <p:nvPicPr>
          <p:cNvPr id="12" name="Picture 0">
            <a:extLst>
              <a:ext uri="{FF2B5EF4-FFF2-40B4-BE49-F238E27FC236}">
                <a16:creationId xmlns:a16="http://schemas.microsoft.com/office/drawing/2014/main" id="{9966CE8F-FAF4-4439-91C5-4831026CD67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893338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02F852D-44AF-4232-80CC-209449D39ED5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1CC73462-07F5-4B98-80D7-0E2FC1E593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A1E7F79-DB09-4586-BC40-ED9C36D2C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01FCFEB-E146-4A7B-9238-9477EB85E214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BEB181-4339-4B8D-BC45-0F4B991F1671}"/>
              </a:ext>
            </a:extLst>
          </p:cNvPr>
          <p:cNvSpPr txBox="1"/>
          <p:nvPr/>
        </p:nvSpPr>
        <p:spPr>
          <a:xfrm>
            <a:off x="707201" y="5364955"/>
            <a:ext cx="112248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Age,</a:t>
            </a:r>
            <a:r>
              <a:rPr lang="en-US" altLang="ko-KR" sz="1600" dirty="0">
                <a:latin typeface="+mj-lt"/>
              </a:rPr>
              <a:t> </a:t>
            </a: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Year,</a:t>
            </a:r>
            <a:r>
              <a:rPr lang="en-US" altLang="ko-KR" sz="1600" dirty="0">
                <a:latin typeface="+mj-lt"/>
              </a:rPr>
              <a:t> </a:t>
            </a:r>
            <a:r>
              <a:rPr lang="en-US" altLang="ko-KR" sz="1600" strike="noStrike" dirty="0" err="1">
                <a:effectLst/>
                <a:latin typeface="+mj-lt"/>
                <a:ea typeface="맑은 고딕" panose="020B0503020000020004" pitchFamily="50" charset="-127"/>
              </a:rPr>
              <a:t>Harmful_themes</a:t>
            </a: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,</a:t>
            </a:r>
            <a:r>
              <a:rPr lang="en-US" altLang="ko-KR" sz="1600" dirty="0">
                <a:latin typeface="+mj-lt"/>
              </a:rPr>
              <a:t> </a:t>
            </a: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Lewdness,</a:t>
            </a:r>
            <a:r>
              <a:rPr lang="en-US" altLang="ko-KR" sz="1600" dirty="0">
                <a:latin typeface="+mj-lt"/>
              </a:rPr>
              <a:t> </a:t>
            </a: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Violence,</a:t>
            </a:r>
            <a:r>
              <a:rPr lang="en-US" altLang="ko-KR" sz="1600" dirty="0">
                <a:latin typeface="+mj-lt"/>
              </a:rPr>
              <a:t> </a:t>
            </a: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Profanity,</a:t>
            </a:r>
            <a:r>
              <a:rPr lang="en-US" altLang="ko-KR" sz="1600" dirty="0">
                <a:latin typeface="+mj-lt"/>
              </a:rPr>
              <a:t> </a:t>
            </a: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Fear,</a:t>
            </a:r>
            <a:r>
              <a:rPr lang="en-US" altLang="ko-KR" sz="1600" dirty="0">
                <a:latin typeface="+mj-lt"/>
              </a:rPr>
              <a:t> </a:t>
            </a: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Drugs,</a:t>
            </a:r>
            <a:r>
              <a:rPr lang="en-US" altLang="ko-KR" sz="1600" dirty="0">
                <a:latin typeface="+mj-lt"/>
              </a:rPr>
              <a:t> </a:t>
            </a:r>
            <a:r>
              <a:rPr lang="en-US" altLang="ko-KR" sz="1600" strike="noStrike" dirty="0" err="1">
                <a:effectLst/>
                <a:latin typeface="+mj-lt"/>
                <a:ea typeface="맑은 고딕" panose="020B0503020000020004" pitchFamily="50" charset="-127"/>
              </a:rPr>
              <a:t>Immatatable</a:t>
            </a:r>
            <a:r>
              <a:rPr lang="ko-KR" altLang="en-US" sz="1600" dirty="0">
                <a:latin typeface="+mj-lt"/>
                <a:ea typeface="맑은 고딕" panose="020B0503020000020004" pitchFamily="50" charset="-127"/>
              </a:rPr>
              <a:t> 항목은 </a:t>
            </a:r>
            <a:r>
              <a:rPr lang="en-US" altLang="ko-KR" sz="1600" dirty="0">
                <a:latin typeface="+mj-lt"/>
                <a:ea typeface="맑은 고딕" panose="020B0503020000020004" pitchFamily="50" charset="-127"/>
              </a:rPr>
              <a:t>factor</a:t>
            </a:r>
            <a:r>
              <a:rPr lang="ko-KR" altLang="en-US" sz="1600" dirty="0">
                <a:latin typeface="+mj-lt"/>
                <a:ea typeface="맑은 고딕" panose="020B0503020000020004" pitchFamily="50" charset="-127"/>
              </a:rPr>
              <a:t>의 형태로 가져옴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378C14D-C58F-4BFB-96C6-EC1F18FD9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201" y="2037792"/>
            <a:ext cx="4038600" cy="1685925"/>
          </a:xfrm>
          <a:prstGeom prst="rect">
            <a:avLst/>
          </a:prstGeom>
          <a:ln w="38100" cmpd="sng">
            <a:solidFill>
              <a:srgbClr val="FF0000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4CD1AF9-58C6-4F6A-AA78-7C326BA897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9626" y="2634648"/>
            <a:ext cx="8915400" cy="165735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FC811EE-F665-460D-ADAF-486A0762C228}"/>
              </a:ext>
            </a:extLst>
          </p:cNvPr>
          <p:cNvSpPr txBox="1"/>
          <p:nvPr/>
        </p:nvSpPr>
        <p:spPr>
          <a:xfrm>
            <a:off x="707200" y="4491892"/>
            <a:ext cx="100863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lt"/>
              </a:rPr>
              <a:t>데이터들 중 </a:t>
            </a:r>
            <a:r>
              <a:rPr lang="en-US" altLang="ko-KR" sz="1600" strike="noStrike" dirty="0" err="1">
                <a:effectLst/>
                <a:latin typeface="+mj-lt"/>
                <a:ea typeface="맑은 고딕" panose="020B0503020000020004" pitchFamily="50" charset="-127"/>
              </a:rPr>
              <a:t>Mean_Length</a:t>
            </a:r>
            <a:r>
              <a:rPr lang="en-US" altLang="ko-KR" sz="1600" dirty="0">
                <a:latin typeface="+mj-lt"/>
              </a:rPr>
              <a:t> , </a:t>
            </a:r>
            <a:r>
              <a:rPr lang="en-US" altLang="ko-KR" sz="1600" dirty="0" err="1">
                <a:latin typeface="+mj-lt"/>
              </a:rPr>
              <a:t>Director_max_award</a:t>
            </a:r>
            <a:r>
              <a:rPr lang="en-US" altLang="ko-KR" sz="1600" dirty="0">
                <a:latin typeface="+mj-lt"/>
              </a:rPr>
              <a:t>, </a:t>
            </a:r>
            <a:r>
              <a:rPr lang="en-US" altLang="ko-KR" sz="1600" dirty="0" err="1">
                <a:latin typeface="+mj-lt"/>
              </a:rPr>
              <a:t>All_rating</a:t>
            </a:r>
            <a:r>
              <a:rPr lang="en-US" altLang="ko-KR" sz="1600" dirty="0">
                <a:latin typeface="+mj-lt"/>
              </a:rPr>
              <a:t> </a:t>
            </a:r>
            <a:r>
              <a:rPr lang="ko-KR" altLang="en-US" sz="1600" dirty="0">
                <a:latin typeface="+mj-lt"/>
              </a:rPr>
              <a:t>항목을 숫자형으로 가져옴</a:t>
            </a:r>
            <a:endParaRPr lang="en-US" altLang="ko-KR" sz="1600" dirty="0">
              <a:latin typeface="+mj-lt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FB2F928-D1DD-457C-A47D-3FDD9D937D0E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01</a:t>
            </a:r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66CDD5C-B5AD-4CC9-B2E2-D2823F9450A6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B4D794B0-4B58-4AA6-9C77-C0B424880557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FD8F6390-6A13-4D11-9BED-8387469F5B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0B44699-65A8-4764-B8BE-67CD3FED6EF5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9A421E2B-0851-47CA-9C33-AB698C46D6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B2FA54A5-DE62-4B81-8579-486F30157F5C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A2CB4A5F-C863-44F1-896F-2D833A25FC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6D603E7-0447-4299-B980-8F8E76F7E903}"/>
              </a:ext>
            </a:extLst>
          </p:cNvPr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설명</a:t>
            </a:r>
          </a:p>
        </p:txBody>
      </p:sp>
    </p:spTree>
    <p:extLst>
      <p:ext uri="{BB962C8B-B14F-4D97-AF65-F5344CB8AC3E}">
        <p14:creationId xmlns:p14="http://schemas.microsoft.com/office/powerpoint/2010/main" val="4249502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1B333D-E9B7-4CC1-BF34-7747C895A0AA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00743442-B01A-4212-A0AF-557ACF19F9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64E8070-645F-4C2C-921D-1CC8E5CFC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EA5BF2C-2133-4054-83C0-317A0790E6E6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2E7FEF6-551F-4409-820B-FD6FBA4B35D4}"/>
              </a:ext>
            </a:extLst>
          </p:cNvPr>
          <p:cNvSpPr txBox="1"/>
          <p:nvPr/>
        </p:nvSpPr>
        <p:spPr>
          <a:xfrm>
            <a:off x="239205" y="1343848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다중공선성</a:t>
            </a:r>
            <a:r>
              <a:rPr lang="ko-KR" altLang="en-US" b="1" dirty="0"/>
              <a:t> 확인해야하는 이유</a:t>
            </a:r>
            <a:r>
              <a:rPr lang="en-US" altLang="ko-KR" b="1" dirty="0"/>
              <a:t>?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9FC19E-55EB-461F-A026-A0786651A71E}"/>
              </a:ext>
            </a:extLst>
          </p:cNvPr>
          <p:cNvSpPr txBox="1"/>
          <p:nvPr/>
        </p:nvSpPr>
        <p:spPr>
          <a:xfrm>
            <a:off x="530068" y="1982418"/>
            <a:ext cx="1127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다중공선성이</a:t>
            </a:r>
            <a:r>
              <a:rPr lang="ko-KR" altLang="en-US" dirty="0"/>
              <a:t> 있다는 것은 </a:t>
            </a:r>
            <a:r>
              <a:rPr lang="ko-KR" altLang="en-US" dirty="0" err="1"/>
              <a:t>변수들간의</a:t>
            </a:r>
            <a:r>
              <a:rPr lang="ko-KR" altLang="en-US" dirty="0"/>
              <a:t> 상관관계가 높다는 것을 의미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회귀분석에서는 독립변수들로 변수를 </a:t>
            </a:r>
            <a:r>
              <a:rPr lang="ko-KR" altLang="en-US" dirty="0" err="1"/>
              <a:t>선정해야하므로</a:t>
            </a:r>
            <a:r>
              <a:rPr lang="ko-KR" altLang="en-US" dirty="0"/>
              <a:t> </a:t>
            </a:r>
            <a:r>
              <a:rPr lang="ko-KR" altLang="en-US" dirty="0" err="1"/>
              <a:t>다중공선성을</a:t>
            </a:r>
            <a:r>
              <a:rPr lang="ko-KR" altLang="en-US" dirty="0"/>
              <a:t> 없애야 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ECC0F1-AF2A-47E0-83F2-E68664487071}"/>
              </a:ext>
            </a:extLst>
          </p:cNvPr>
          <p:cNvSpPr txBox="1"/>
          <p:nvPr/>
        </p:nvSpPr>
        <p:spPr>
          <a:xfrm>
            <a:off x="530068" y="4035303"/>
            <a:ext cx="94219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분산팽창지수</a:t>
            </a:r>
            <a:r>
              <a:rPr lang="en-US" altLang="ko-KR" dirty="0"/>
              <a:t>(VIF)</a:t>
            </a:r>
            <a:r>
              <a:rPr lang="ko-KR" altLang="en-US" dirty="0"/>
              <a:t>라는 통계량을 사용하여 </a:t>
            </a:r>
            <a:r>
              <a:rPr lang="ko-KR" altLang="en-US" dirty="0" err="1"/>
              <a:t>다중공선성을</a:t>
            </a:r>
            <a:r>
              <a:rPr lang="ko-KR" altLang="en-US" dirty="0"/>
              <a:t> 계산 가능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한 예측변수에 대해 </a:t>
            </a:r>
            <a:r>
              <a:rPr lang="en-US" altLang="ko-KR" dirty="0"/>
              <a:t>VIF</a:t>
            </a:r>
            <a:r>
              <a:rPr lang="ko-KR" altLang="en-US" dirty="0"/>
              <a:t>의 제곱근이 </a:t>
            </a:r>
            <a:r>
              <a:rPr lang="ko-KR" altLang="en-US" dirty="0" err="1"/>
              <a:t>다중공선성의</a:t>
            </a:r>
            <a:r>
              <a:rPr lang="ko-KR" altLang="en-US" dirty="0"/>
              <a:t> 정도를 나타냄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VIF</a:t>
            </a:r>
            <a:r>
              <a:rPr lang="ko-KR" altLang="en-US" dirty="0"/>
              <a:t>가 </a:t>
            </a:r>
            <a:r>
              <a:rPr lang="en-US" altLang="ko-KR" dirty="0"/>
              <a:t>10</a:t>
            </a:r>
            <a:r>
              <a:rPr lang="ko-KR" altLang="en-US" dirty="0"/>
              <a:t>이상</a:t>
            </a:r>
            <a:r>
              <a:rPr lang="en-US" altLang="ko-KR" dirty="0"/>
              <a:t>, GVIF^(1/(2*Df)) </a:t>
            </a:r>
            <a:r>
              <a:rPr lang="ko-KR" altLang="en-US" dirty="0"/>
              <a:t>값이 </a:t>
            </a:r>
            <a:r>
              <a:rPr lang="en-US" altLang="ko-KR" dirty="0"/>
              <a:t>2</a:t>
            </a:r>
            <a:r>
              <a:rPr lang="ko-KR" altLang="en-US" dirty="0"/>
              <a:t>이상이면 </a:t>
            </a:r>
            <a:r>
              <a:rPr lang="ko-KR" altLang="en-US" dirty="0" err="1"/>
              <a:t>다중공선성에</a:t>
            </a:r>
            <a:r>
              <a:rPr lang="ko-KR" altLang="en-US" dirty="0"/>
              <a:t> 문제가 보임</a:t>
            </a:r>
            <a:r>
              <a:rPr lang="en-US" altLang="ko-KR" dirty="0"/>
              <a:t> </a:t>
            </a:r>
          </a:p>
          <a:p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D753A2-4B94-4DA7-834B-C6594DAA53B4}"/>
              </a:ext>
            </a:extLst>
          </p:cNvPr>
          <p:cNvSpPr txBox="1"/>
          <p:nvPr/>
        </p:nvSpPr>
        <p:spPr>
          <a:xfrm>
            <a:off x="239205" y="3303403"/>
            <a:ext cx="875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다중공선성</a:t>
            </a:r>
            <a:r>
              <a:rPr lang="ko-KR" altLang="en-US" b="1" dirty="0"/>
              <a:t> 확인 방법 </a:t>
            </a:r>
          </a:p>
        </p:txBody>
      </p:sp>
    </p:spTree>
    <p:extLst>
      <p:ext uri="{BB962C8B-B14F-4D97-AF65-F5344CB8AC3E}">
        <p14:creationId xmlns:p14="http://schemas.microsoft.com/office/powerpoint/2010/main" val="3145605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12F6175-B379-4FAC-805F-DFE058444A53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F83FAFDE-3477-4A66-B1C8-4F581A4F8A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2CF6ABA-F5C3-4722-B197-E14114897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6539994-2386-4C78-8A00-68B8C831A031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57A67C5-F51E-424C-9F92-4F8609FF157D}"/>
              </a:ext>
            </a:extLst>
          </p:cNvPr>
          <p:cNvSpPr txBox="1"/>
          <p:nvPr/>
        </p:nvSpPr>
        <p:spPr>
          <a:xfrm>
            <a:off x="475129" y="690282"/>
            <a:ext cx="875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다중공선성</a:t>
            </a:r>
            <a:r>
              <a:rPr lang="ko-KR" altLang="en-US" dirty="0"/>
              <a:t> 확인과 해결방법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8116FD6-9637-4072-93AE-113416D5F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34" y="1392554"/>
            <a:ext cx="3796387" cy="4675027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6001A0B-32DF-452C-807A-70467E7DB71A}"/>
              </a:ext>
            </a:extLst>
          </p:cNvPr>
          <p:cNvSpPr txBox="1"/>
          <p:nvPr/>
        </p:nvSpPr>
        <p:spPr>
          <a:xfrm>
            <a:off x="4854387" y="1969114"/>
            <a:ext cx="67324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car</a:t>
            </a:r>
            <a:r>
              <a:rPr lang="ko-KR" altLang="en-US" dirty="0"/>
              <a:t>패키지의 </a:t>
            </a:r>
            <a:r>
              <a:rPr lang="en-US" altLang="ko-KR" dirty="0" err="1"/>
              <a:t>vif</a:t>
            </a:r>
            <a:r>
              <a:rPr lang="en-US" altLang="ko-KR" dirty="0"/>
              <a:t>() </a:t>
            </a:r>
            <a:r>
              <a:rPr lang="ko-KR" altLang="en-US" dirty="0"/>
              <a:t>함수를 통해 </a:t>
            </a:r>
            <a:r>
              <a:rPr lang="en-US" altLang="ko-KR" dirty="0"/>
              <a:t>VIF</a:t>
            </a:r>
            <a:r>
              <a:rPr lang="ko-KR" altLang="en-US" dirty="0"/>
              <a:t>값을 계산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 err="1"/>
              <a:t>다중공선성을</a:t>
            </a:r>
            <a:r>
              <a:rPr lang="ko-KR" altLang="en-US" dirty="0"/>
              <a:t> 해결하기 위해 </a:t>
            </a:r>
            <a:r>
              <a:rPr lang="en-US" altLang="ko-KR" dirty="0"/>
              <a:t>GVIF^(1/(2*Df)) </a:t>
            </a:r>
            <a:r>
              <a:rPr lang="ko-KR" altLang="en-US" dirty="0"/>
              <a:t>값이 </a:t>
            </a:r>
            <a:r>
              <a:rPr lang="en-US" altLang="ko-KR" dirty="0"/>
              <a:t>2</a:t>
            </a:r>
            <a:r>
              <a:rPr lang="ko-KR" altLang="en-US" dirty="0"/>
              <a:t>를 넘어간 변수인 </a:t>
            </a:r>
            <a:r>
              <a:rPr lang="en-US" altLang="ko-KR" dirty="0"/>
              <a:t>Age</a:t>
            </a:r>
            <a:r>
              <a:rPr lang="ko-KR" altLang="en-US" dirty="0"/>
              <a:t>와 </a:t>
            </a:r>
            <a:r>
              <a:rPr lang="en-US" altLang="ko-KR" dirty="0" err="1"/>
              <a:t>Harmful_themes</a:t>
            </a:r>
            <a:r>
              <a:rPr lang="ko-KR" altLang="en-US" dirty="0"/>
              <a:t> 둘 중 하나를 제거 해야함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AF4965-9F07-478F-BCF6-54445BE0F510}"/>
              </a:ext>
            </a:extLst>
          </p:cNvPr>
          <p:cNvSpPr txBox="1"/>
          <p:nvPr/>
        </p:nvSpPr>
        <p:spPr>
          <a:xfrm>
            <a:off x="4854387" y="3377572"/>
            <a:ext cx="66518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두가지 변수 중 어떤 변수를 지워야 하는지 판단하기 위해 각각의 변수를 제거한 후 </a:t>
            </a:r>
            <a:r>
              <a:rPr lang="ko-KR" altLang="en-US" dirty="0" err="1"/>
              <a:t>다중공선성을</a:t>
            </a:r>
            <a:r>
              <a:rPr lang="ko-KR" altLang="en-US" dirty="0"/>
              <a:t> 재확인하여 더 좋은 결과를 반영하는 방법을 선택함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7774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19DCEB0-AAD4-4493-ACBC-072076427146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4D2E044-D333-4FFC-B877-705F8AB217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72C730A-66AF-474D-9F36-385751FF1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FEC5ED6-1191-4AE8-8AAF-0908A89F2E4E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F50BE6B-17F9-4870-AC82-AA0036D673FD}"/>
              </a:ext>
            </a:extLst>
          </p:cNvPr>
          <p:cNvSpPr txBox="1"/>
          <p:nvPr/>
        </p:nvSpPr>
        <p:spPr>
          <a:xfrm>
            <a:off x="349624" y="537882"/>
            <a:ext cx="6329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다중공선성</a:t>
            </a:r>
            <a:r>
              <a:rPr lang="ko-KR" altLang="en-US" b="1" dirty="0"/>
              <a:t> 고려한 분석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E06B31-517A-4FED-9D09-346671766B65}"/>
              </a:ext>
            </a:extLst>
          </p:cNvPr>
          <p:cNvSpPr txBox="1"/>
          <p:nvPr/>
        </p:nvSpPr>
        <p:spPr>
          <a:xfrm>
            <a:off x="430306" y="1164694"/>
            <a:ext cx="10919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AGE (</a:t>
            </a:r>
            <a:r>
              <a:rPr lang="ko-KR" altLang="en-US" dirty="0"/>
              <a:t>관람등급</a:t>
            </a:r>
            <a:r>
              <a:rPr lang="en-US" altLang="ko-KR" dirty="0"/>
              <a:t>)</a:t>
            </a:r>
            <a:r>
              <a:rPr lang="ko-KR" altLang="en-US" dirty="0"/>
              <a:t>을 빼고 분석한 결과와 </a:t>
            </a:r>
            <a:r>
              <a:rPr lang="en-US" altLang="ko-KR" dirty="0" err="1"/>
              <a:t>Harmful_themes</a:t>
            </a:r>
            <a:r>
              <a:rPr lang="ko-KR" altLang="en-US" dirty="0"/>
              <a:t>를 제거하고 분석한 결과를 비교하여 어떤 변수를 제거할지를 결정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44A1856-0243-4992-A34C-35CAD3E24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076" y="2555208"/>
            <a:ext cx="3400534" cy="245684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B4EE56-A946-4C52-ABD1-000A189A90B7}"/>
              </a:ext>
            </a:extLst>
          </p:cNvPr>
          <p:cNvSpPr txBox="1"/>
          <p:nvPr/>
        </p:nvSpPr>
        <p:spPr>
          <a:xfrm>
            <a:off x="1394010" y="2092648"/>
            <a:ext cx="3523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종합데이터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B7AF04-E0F3-4E9D-A5AA-9CCBE28C0F4D}"/>
              </a:ext>
            </a:extLst>
          </p:cNvPr>
          <p:cNvSpPr txBox="1"/>
          <p:nvPr/>
        </p:nvSpPr>
        <p:spPr>
          <a:xfrm>
            <a:off x="4710157" y="2088099"/>
            <a:ext cx="3590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Age</a:t>
            </a:r>
            <a:r>
              <a:rPr lang="ko-KR" altLang="en-US" dirty="0"/>
              <a:t>를 제거한 종합데이터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7A4A343-F3A3-4072-B796-D477083CFA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435" y="2516325"/>
            <a:ext cx="3523130" cy="2489559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37C3929-78BF-44B8-944E-CF70F79DC3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947" y="2511434"/>
            <a:ext cx="3635615" cy="247399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8BF761B-D7E5-4579-A32D-32ABFD79EC16}"/>
              </a:ext>
            </a:extLst>
          </p:cNvPr>
          <p:cNvSpPr txBox="1"/>
          <p:nvPr/>
        </p:nvSpPr>
        <p:spPr>
          <a:xfrm>
            <a:off x="8300522" y="2093550"/>
            <a:ext cx="3868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Harmful_themes</a:t>
            </a:r>
            <a:r>
              <a:rPr lang="en-US" altLang="ko-KR" dirty="0"/>
              <a:t> </a:t>
            </a:r>
            <a:r>
              <a:rPr lang="ko-KR" altLang="en-US" dirty="0"/>
              <a:t>제거한 종합데이터</a:t>
            </a:r>
          </a:p>
        </p:txBody>
      </p:sp>
    </p:spTree>
    <p:extLst>
      <p:ext uri="{BB962C8B-B14F-4D97-AF65-F5344CB8AC3E}">
        <p14:creationId xmlns:p14="http://schemas.microsoft.com/office/powerpoint/2010/main" val="3847114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268B7B2-0A8A-4733-8425-2033A7B1F310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4C8DD51B-1057-488A-A54C-C5BE150335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C2A9B4E-3AD9-483B-910D-CA154587A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017FD0D-F405-4A39-A1A6-3F6928FAFA2C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4953B3AA-BCA1-4F71-9D45-ABE16951F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9232" y="1945588"/>
            <a:ext cx="3107580" cy="1932763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2F2D66C-B6E6-4FCE-B1ED-AF09E30D67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36" y="4399266"/>
            <a:ext cx="3130753" cy="1903439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033AA5-A9E6-42D4-98A8-657C38E05079}"/>
              </a:ext>
            </a:extLst>
          </p:cNvPr>
          <p:cNvSpPr txBox="1"/>
          <p:nvPr/>
        </p:nvSpPr>
        <p:spPr>
          <a:xfrm>
            <a:off x="5255000" y="439478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독립성</a:t>
            </a:r>
            <a:r>
              <a:rPr lang="en-US" altLang="ko-KR" dirty="0"/>
              <a:t>&gt;</a:t>
            </a:r>
          </a:p>
          <a:p>
            <a:r>
              <a:rPr lang="ko-KR" altLang="en-US" dirty="0"/>
              <a:t>그래프를 보았을 때 특별한 패턴 없기 때문에 독립성을 만족한다</a:t>
            </a:r>
            <a:r>
              <a:rPr lang="en-US" altLang="ko-KR" dirty="0"/>
              <a:t>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939A23-FF09-4C1A-A750-0255957DBC90}"/>
              </a:ext>
            </a:extLst>
          </p:cNvPr>
          <p:cNvSpPr txBox="1"/>
          <p:nvPr/>
        </p:nvSpPr>
        <p:spPr>
          <a:xfrm>
            <a:off x="5255000" y="537104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등분산성</a:t>
            </a:r>
            <a:r>
              <a:rPr lang="en-US" altLang="ko-KR" dirty="0"/>
              <a:t>&gt;</a:t>
            </a:r>
          </a:p>
          <a:p>
            <a:r>
              <a:rPr lang="ko-KR" altLang="en-US" dirty="0"/>
              <a:t>또</a:t>
            </a:r>
            <a:r>
              <a:rPr lang="en-US" altLang="ko-KR" dirty="0"/>
              <a:t>, x</a:t>
            </a:r>
            <a:r>
              <a:rPr lang="ko-KR" altLang="en-US" dirty="0"/>
              <a:t>값이 커질수록 </a:t>
            </a:r>
            <a:r>
              <a:rPr lang="ko-KR" altLang="en-US" dirty="0" err="1"/>
              <a:t>잔차가</a:t>
            </a:r>
            <a:r>
              <a:rPr lang="ko-KR" altLang="en-US" dirty="0"/>
              <a:t> 커지거나 작아지는 경향이 따로 없기 때문에 등분산성을 만족한다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545F0D-647C-452F-AB03-3C23F63439D9}"/>
              </a:ext>
            </a:extLst>
          </p:cNvPr>
          <p:cNvSpPr txBox="1"/>
          <p:nvPr/>
        </p:nvSpPr>
        <p:spPr>
          <a:xfrm>
            <a:off x="5255000" y="234560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정규성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</a:p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Normal Q-Q plot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데이터의 분포가 직선형태로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모여있다는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것을 통해 정규성을 만족한다고 할 수 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F887BE6-19F8-406E-B70E-89D200CAADCC}"/>
              </a:ext>
            </a:extLst>
          </p:cNvPr>
          <p:cNvCxnSpPr>
            <a:cxnSpLocks/>
          </p:cNvCxnSpPr>
          <p:nvPr/>
        </p:nvCxnSpPr>
        <p:spPr>
          <a:xfrm>
            <a:off x="0" y="4154151"/>
            <a:ext cx="12169256" cy="251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FA3BD5B0-5ED7-40F1-A8C9-95E3988A3353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02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43D9924-915D-4D5E-AD76-98845803CFF7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ED6F65AA-ACAC-4678-B24F-673B590B1FD2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3C0274FF-3B64-4568-9995-9AE99C13FA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A56B084F-C9F1-4AD7-8508-4D4B0972DF48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8823D1F4-326E-44BA-A7DC-7722411646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4E261D59-3F1E-455C-B3A2-9B37695AF2F4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2DA8E28-C053-4774-A894-16E66CA971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5625951-A4C9-4389-AC42-F9FE0A0C6D91}"/>
              </a:ext>
            </a:extLst>
          </p:cNvPr>
          <p:cNvSpPr txBox="1"/>
          <p:nvPr/>
        </p:nvSpPr>
        <p:spPr>
          <a:xfrm>
            <a:off x="2152995" y="1108918"/>
            <a:ext cx="7029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잔차그래프를</a:t>
            </a:r>
            <a:r>
              <a:rPr lang="ko-KR" altLang="en-US" dirty="0"/>
              <a:t> 통해 정규성</a:t>
            </a:r>
            <a:r>
              <a:rPr lang="en-US" altLang="ko-KR" dirty="0"/>
              <a:t>, </a:t>
            </a:r>
            <a:r>
              <a:rPr lang="ko-KR" altLang="en-US" dirty="0"/>
              <a:t>독립성</a:t>
            </a:r>
            <a:r>
              <a:rPr lang="en-US" altLang="ko-KR" dirty="0"/>
              <a:t>, </a:t>
            </a:r>
            <a:r>
              <a:rPr lang="ko-KR" altLang="en-US" dirty="0"/>
              <a:t>등분산성이 만족하는지 확인</a:t>
            </a:r>
          </a:p>
        </p:txBody>
      </p:sp>
    </p:spTree>
    <p:extLst>
      <p:ext uri="{BB962C8B-B14F-4D97-AF65-F5344CB8AC3E}">
        <p14:creationId xmlns:p14="http://schemas.microsoft.com/office/powerpoint/2010/main" val="1931034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03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Cooks</a:t>
            </a:r>
            <a:r>
              <a:rPr lang="ko-KR" altLang="en-US" dirty="0"/>
              <a:t> </a:t>
            </a:r>
            <a:r>
              <a:rPr lang="en-US" altLang="ko-KR" dirty="0"/>
              <a:t>distance</a:t>
            </a:r>
            <a:r>
              <a:rPr lang="ko-KR" altLang="en-US" dirty="0"/>
              <a:t> </a:t>
            </a:r>
            <a:r>
              <a:rPr lang="en-US" altLang="ko-KR" dirty="0"/>
              <a:t>outlier</a:t>
            </a:r>
            <a:r>
              <a:rPr lang="ko-KR" altLang="en-US" dirty="0"/>
              <a:t> 제거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0EBFDF5-9990-475D-891C-C725E8747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9956" y="3757048"/>
            <a:ext cx="3675963" cy="252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F3EBDB3-C19C-401F-8863-98F0CBCC9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113" y="1848935"/>
            <a:ext cx="3528000" cy="2520000"/>
          </a:xfrm>
          <a:prstGeom prst="rect">
            <a:avLst/>
          </a:prstGeom>
          <a:noFill/>
          <a:ln w="38100">
            <a:solidFill>
              <a:srgbClr val="E5091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BDF6CE3-7535-4A23-95BB-C9264FF259A0}"/>
              </a:ext>
            </a:extLst>
          </p:cNvPr>
          <p:cNvSpPr txBox="1"/>
          <p:nvPr/>
        </p:nvSpPr>
        <p:spPr>
          <a:xfrm>
            <a:off x="7981195" y="5373903"/>
            <a:ext cx="36759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► {cooks &gt; 4/(</a:t>
            </a:r>
            <a:r>
              <a:rPr lang="ko-KR" altLang="en-US" dirty="0"/>
              <a:t>데이터 행 개수</a:t>
            </a:r>
            <a:r>
              <a:rPr lang="en-US" altLang="ko-KR" dirty="0"/>
              <a:t>)}</a:t>
            </a:r>
            <a:r>
              <a:rPr lang="ko-KR" altLang="en-US" dirty="0"/>
              <a:t>를 만족하는 데이터를 </a:t>
            </a:r>
            <a:r>
              <a:rPr lang="en-US" altLang="ko-KR" dirty="0"/>
              <a:t>outlier</a:t>
            </a:r>
            <a:r>
              <a:rPr lang="ko-KR" altLang="en-US" dirty="0"/>
              <a:t>로 판단하고 제거</a:t>
            </a:r>
            <a:endParaRPr lang="en-US" altLang="ko-KR" dirty="0"/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D501B810-5CF0-432F-9A3B-0AD06CC88B15}"/>
              </a:ext>
            </a:extLst>
          </p:cNvPr>
          <p:cNvSpPr/>
          <p:nvPr/>
        </p:nvSpPr>
        <p:spPr>
          <a:xfrm>
            <a:off x="5828563" y="3003712"/>
            <a:ext cx="548976" cy="36933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Picture 4">
            <a:extLst>
              <a:ext uri="{FF2B5EF4-FFF2-40B4-BE49-F238E27FC236}">
                <a16:creationId xmlns:a16="http://schemas.microsoft.com/office/drawing/2014/main" id="{7E08D18C-FA05-4767-8EEA-7C2C2F0E1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0989" y="1849051"/>
            <a:ext cx="3528000" cy="2520000"/>
          </a:xfrm>
          <a:prstGeom prst="rect">
            <a:avLst/>
          </a:prstGeom>
          <a:noFill/>
          <a:ln w="38100">
            <a:solidFill>
              <a:srgbClr val="E5091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0713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04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드라마</a:t>
            </a:r>
            <a:r>
              <a:rPr lang="en-US" altLang="ko-KR" dirty="0"/>
              <a:t> &amp; </a:t>
            </a:r>
            <a:r>
              <a:rPr lang="ko-KR" altLang="en-US" dirty="0"/>
              <a:t>영화 일반회귀 결과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F67CF5-5B39-40CA-88D2-ABC5A7BF8475}"/>
              </a:ext>
            </a:extLst>
          </p:cNvPr>
          <p:cNvSpPr txBox="1"/>
          <p:nvPr/>
        </p:nvSpPr>
        <p:spPr>
          <a:xfrm>
            <a:off x="8795250" y="1778778"/>
            <a:ext cx="28250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>
                <a:cs typeface="Arial" panose="020B0604020202020204" pitchFamily="34" charset="0"/>
              </a:rPr>
              <a:t>► </a:t>
            </a:r>
            <a:r>
              <a:rPr lang="ko-KR" altLang="en-US" dirty="0">
                <a:cs typeface="Arial" panose="020B0604020202020204" pitchFamily="34" charset="0"/>
              </a:rPr>
              <a:t>유의한 </a:t>
            </a:r>
            <a:r>
              <a:rPr lang="en-US" altLang="ko-KR" dirty="0">
                <a:cs typeface="Arial" panose="020B0604020202020204" pitchFamily="34" charset="0"/>
              </a:rPr>
              <a:t>factor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en-US" altLang="ko-KR" dirty="0" err="1">
                <a:cs typeface="Arial" panose="020B0604020202020204" pitchFamily="34" charset="0"/>
              </a:rPr>
              <a:t>Mean_Length</a:t>
            </a:r>
            <a:endParaRPr lang="en-US" altLang="ko-KR" dirty="0"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en-US" altLang="ko-KR" dirty="0" err="1">
                <a:cs typeface="Arial" panose="020B0604020202020204" pitchFamily="34" charset="0"/>
              </a:rPr>
              <a:t>Director_max_award</a:t>
            </a:r>
            <a:endParaRPr lang="en-US" altLang="ko-KR" dirty="0"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Year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Lewdness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Fear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Drugs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01CA17-55A9-4921-858C-17F721AF513B}"/>
              </a:ext>
            </a:extLst>
          </p:cNvPr>
          <p:cNvSpPr txBox="1"/>
          <p:nvPr/>
        </p:nvSpPr>
        <p:spPr>
          <a:xfrm>
            <a:off x="0" y="5733143"/>
            <a:ext cx="12304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&gt; </a:t>
            </a:r>
            <a:r>
              <a:rPr lang="ko-KR" altLang="en-US" dirty="0"/>
              <a:t>전체 평점에 영향을 주는 요소로는 평균 러닝타임</a:t>
            </a:r>
            <a:r>
              <a:rPr lang="en-US" altLang="ko-KR" dirty="0"/>
              <a:t>, </a:t>
            </a:r>
            <a:r>
              <a:rPr lang="ko-KR" altLang="en-US" dirty="0"/>
              <a:t>감독의 수상개수</a:t>
            </a:r>
            <a:r>
              <a:rPr lang="en-US" altLang="ko-KR" dirty="0"/>
              <a:t>, </a:t>
            </a:r>
            <a:r>
              <a:rPr lang="ko-KR" altLang="en-US" dirty="0" err="1"/>
              <a:t>제작년도</a:t>
            </a:r>
            <a:r>
              <a:rPr lang="en-US" altLang="ko-KR" dirty="0"/>
              <a:t>, </a:t>
            </a:r>
            <a:r>
              <a:rPr lang="ko-KR" altLang="en-US" dirty="0"/>
              <a:t>선정성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공포의 정도</a:t>
            </a:r>
            <a:r>
              <a:rPr lang="en-US" altLang="ko-KR" dirty="0"/>
              <a:t>, </a:t>
            </a:r>
            <a:r>
              <a:rPr lang="ko-KR" altLang="en-US" dirty="0"/>
              <a:t>마약의 정도가 있음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407677-1926-4677-9FF9-DBE8CB3AE371}"/>
              </a:ext>
            </a:extLst>
          </p:cNvPr>
          <p:cNvSpPr txBox="1"/>
          <p:nvPr/>
        </p:nvSpPr>
        <p:spPr>
          <a:xfrm>
            <a:off x="6472658" y="1131756"/>
            <a:ext cx="6114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유의수준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0.05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보다 작은 경우 유의하다고 판단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5E6DE99-89A7-4FD3-A77F-4D3D414EDAA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447"/>
          <a:stretch/>
        </p:blipFill>
        <p:spPr>
          <a:xfrm>
            <a:off x="327525" y="1790290"/>
            <a:ext cx="3861327" cy="360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0C58DCDF-BB42-4ECB-B207-17F1981FE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7329" y="1808622"/>
            <a:ext cx="6131393" cy="216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</p:spTree>
    <p:extLst>
      <p:ext uri="{BB962C8B-B14F-4D97-AF65-F5344CB8AC3E}">
        <p14:creationId xmlns:p14="http://schemas.microsoft.com/office/powerpoint/2010/main" val="3421291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05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영화 일반회귀 결과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DF89B1-5D7D-4A06-8B50-5BA4E8E3ECF1}"/>
              </a:ext>
            </a:extLst>
          </p:cNvPr>
          <p:cNvSpPr txBox="1"/>
          <p:nvPr/>
        </p:nvSpPr>
        <p:spPr>
          <a:xfrm>
            <a:off x="8836428" y="1946308"/>
            <a:ext cx="46579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유의한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</a:rPr>
              <a:t>Director_max_award</a:t>
            </a:r>
            <a:endParaRPr lang="en-US" altLang="ko-KR" b="0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Year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</a:rPr>
              <a:t>Harmful_themes</a:t>
            </a:r>
            <a:endParaRPr lang="en-US" altLang="ko-KR" b="0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Lewdness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Fear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298E42-9DE4-4FA3-9413-5A23157BAB1C}"/>
              </a:ext>
            </a:extLst>
          </p:cNvPr>
          <p:cNvSpPr txBox="1"/>
          <p:nvPr/>
        </p:nvSpPr>
        <p:spPr>
          <a:xfrm>
            <a:off x="0" y="584593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&gt; </a:t>
            </a:r>
            <a:r>
              <a:rPr lang="ko-KR" altLang="en-US" dirty="0"/>
              <a:t>전체 평점에 영향을 주는 요소로는 감독의 수상개수</a:t>
            </a:r>
            <a:r>
              <a:rPr lang="en-US" altLang="ko-KR" dirty="0"/>
              <a:t>, </a:t>
            </a:r>
            <a:r>
              <a:rPr lang="ko-KR" altLang="en-US" dirty="0" err="1"/>
              <a:t>제작년도</a:t>
            </a:r>
            <a:r>
              <a:rPr lang="en-US" altLang="ko-KR" dirty="0"/>
              <a:t>, </a:t>
            </a:r>
            <a:r>
              <a:rPr lang="ko-KR" altLang="en-US" dirty="0"/>
              <a:t>유해한 주제</a:t>
            </a:r>
            <a:r>
              <a:rPr lang="en-US" altLang="ko-KR" dirty="0"/>
              <a:t>, </a:t>
            </a:r>
            <a:r>
              <a:rPr lang="ko-KR" altLang="en-US" dirty="0"/>
              <a:t>선정성</a:t>
            </a:r>
            <a:r>
              <a:rPr lang="en-US" altLang="ko-KR" dirty="0"/>
              <a:t>, </a:t>
            </a:r>
            <a:r>
              <a:rPr lang="ko-KR" altLang="en-US" dirty="0"/>
              <a:t>공포의 정도가 있음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8587D653-39EC-4AE4-8C3B-ECF0D039F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872" y="1927793"/>
            <a:ext cx="3880913" cy="360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04C61DC-ADC1-41F9-9ABF-36707CB37D2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090"/>
          <a:stretch/>
        </p:blipFill>
        <p:spPr>
          <a:xfrm>
            <a:off x="2456471" y="1918234"/>
            <a:ext cx="6020562" cy="216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</p:spTree>
    <p:extLst>
      <p:ext uri="{BB962C8B-B14F-4D97-AF65-F5344CB8AC3E}">
        <p14:creationId xmlns:p14="http://schemas.microsoft.com/office/powerpoint/2010/main" val="3802387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06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드라마 일반회귀 결과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D70AB1-75B9-4B91-86BB-2F8BE7B23B3B}"/>
              </a:ext>
            </a:extLst>
          </p:cNvPr>
          <p:cNvSpPr txBox="1"/>
          <p:nvPr/>
        </p:nvSpPr>
        <p:spPr>
          <a:xfrm>
            <a:off x="8836428" y="2083270"/>
            <a:ext cx="24736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유의한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</a:rPr>
              <a:t>Mean_Length</a:t>
            </a:r>
            <a:endParaRPr lang="en-US" altLang="ko-KR" b="0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</a:rPr>
              <a:t>Harmful_themes</a:t>
            </a:r>
            <a:endParaRPr lang="en-US" altLang="ko-KR" b="0" i="0" dirty="0">
              <a:solidFill>
                <a:srgbClr val="333333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C3E572-27E4-4BB8-AFEE-DD48E898B660}"/>
              </a:ext>
            </a:extLst>
          </p:cNvPr>
          <p:cNvSpPr txBox="1"/>
          <p:nvPr/>
        </p:nvSpPr>
        <p:spPr>
          <a:xfrm>
            <a:off x="0" y="584593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&gt; </a:t>
            </a:r>
            <a:r>
              <a:rPr lang="ko-KR" altLang="en-US" dirty="0"/>
              <a:t>전체 평점에 영향을 주는 요소로는 평균 러닝타임</a:t>
            </a:r>
            <a:r>
              <a:rPr lang="en-US" altLang="ko-KR" dirty="0"/>
              <a:t>, </a:t>
            </a:r>
            <a:r>
              <a:rPr lang="ko-KR" altLang="en-US" dirty="0"/>
              <a:t>유해한 주제가 있음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3668D6C-BD79-4B29-9842-DD110AF08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45" y="1927793"/>
            <a:ext cx="4367611" cy="360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D33A453-B7C3-4D47-AC1D-33B0E69DF3D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5751"/>
          <a:stretch/>
        </p:blipFill>
        <p:spPr>
          <a:xfrm>
            <a:off x="2753891" y="1934988"/>
            <a:ext cx="5634420" cy="216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</p:spTree>
    <p:extLst>
      <p:ext uri="{BB962C8B-B14F-4D97-AF65-F5344CB8AC3E}">
        <p14:creationId xmlns:p14="http://schemas.microsoft.com/office/powerpoint/2010/main" val="248195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07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드라마</a:t>
            </a:r>
            <a:r>
              <a:rPr lang="en-US" altLang="ko-KR" dirty="0"/>
              <a:t> &amp; </a:t>
            </a:r>
            <a:r>
              <a:rPr lang="ko-KR" altLang="en-US" dirty="0"/>
              <a:t>영화 </a:t>
            </a:r>
            <a:r>
              <a:rPr lang="ko-KR" altLang="en-US" dirty="0" err="1"/>
              <a:t>로버스트회귀</a:t>
            </a:r>
            <a:r>
              <a:rPr lang="ko-KR" altLang="en-US" dirty="0"/>
              <a:t> 결과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2EDABA-E0E5-4AFC-B975-18369229FC35}"/>
              </a:ext>
            </a:extLst>
          </p:cNvPr>
          <p:cNvSpPr txBox="1"/>
          <p:nvPr/>
        </p:nvSpPr>
        <p:spPr>
          <a:xfrm>
            <a:off x="8531525" y="2147859"/>
            <a:ext cx="26129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유의한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</a:rPr>
              <a:t>Mean_Length</a:t>
            </a:r>
            <a:endParaRPr lang="en-US" altLang="ko-KR" b="0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</a:rPr>
              <a:t>Director_max_award</a:t>
            </a:r>
            <a:endParaRPr lang="en-US" altLang="ko-KR" b="0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</a:rPr>
              <a:t>Harmful_themes</a:t>
            </a:r>
            <a:endParaRPr lang="en-US" altLang="ko-KR" b="0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Lewdness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Fear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Drugs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13EFF0-C2CC-4643-AE93-1BC701FAA589}"/>
              </a:ext>
            </a:extLst>
          </p:cNvPr>
          <p:cNvSpPr txBox="1"/>
          <p:nvPr/>
        </p:nvSpPr>
        <p:spPr>
          <a:xfrm>
            <a:off x="-32996" y="5573411"/>
            <a:ext cx="12191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&gt; </a:t>
            </a:r>
            <a:r>
              <a:rPr lang="ko-KR" altLang="en-US" dirty="0"/>
              <a:t>전체 평점에 영향을 주는 요소로는 평균 러닝타임</a:t>
            </a:r>
            <a:r>
              <a:rPr lang="en-US" altLang="ko-KR" dirty="0"/>
              <a:t>, </a:t>
            </a:r>
            <a:r>
              <a:rPr lang="ko-KR" altLang="en-US" dirty="0"/>
              <a:t>감독의 수상개수</a:t>
            </a:r>
            <a:r>
              <a:rPr lang="en-US" altLang="ko-KR" dirty="0"/>
              <a:t>, </a:t>
            </a:r>
            <a:r>
              <a:rPr lang="ko-KR" altLang="en-US" dirty="0"/>
              <a:t>유해한 주제</a:t>
            </a:r>
            <a:r>
              <a:rPr lang="en-US" altLang="ko-KR" dirty="0"/>
              <a:t>, </a:t>
            </a:r>
            <a:r>
              <a:rPr lang="ko-KR" altLang="en-US" dirty="0"/>
              <a:t>선정성</a:t>
            </a:r>
            <a:r>
              <a:rPr lang="en-US" altLang="ko-KR" dirty="0"/>
              <a:t>, </a:t>
            </a:r>
            <a:r>
              <a:rPr lang="ko-KR" altLang="en-US" dirty="0"/>
              <a:t>공포의 정도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마약의 정도가 있음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07A74D9-89AC-4A0E-A189-DB58344A6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154" y="1933354"/>
            <a:ext cx="4465193" cy="360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AFE26C6B-D155-43ED-92FC-DA2EE6C4A74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" r="16471"/>
          <a:stretch/>
        </p:blipFill>
        <p:spPr>
          <a:xfrm>
            <a:off x="2654750" y="1949397"/>
            <a:ext cx="5876775" cy="216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C4F7B476-BAA8-4032-AD99-4DBA09B2791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6558" b="-7980"/>
          <a:stretch/>
        </p:blipFill>
        <p:spPr>
          <a:xfrm>
            <a:off x="2654751" y="4165496"/>
            <a:ext cx="5876773" cy="369332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</p:spTree>
    <p:extLst>
      <p:ext uri="{BB962C8B-B14F-4D97-AF65-F5344CB8AC3E}">
        <p14:creationId xmlns:p14="http://schemas.microsoft.com/office/powerpoint/2010/main" val="3253722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08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영화 </a:t>
            </a:r>
            <a:r>
              <a:rPr lang="ko-KR" altLang="en-US" dirty="0" err="1"/>
              <a:t>로버스트회귀</a:t>
            </a:r>
            <a:r>
              <a:rPr lang="ko-KR" altLang="en-US" dirty="0"/>
              <a:t> 결과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F05C82-6D3B-459F-80B5-20B9C41F6C46}"/>
              </a:ext>
            </a:extLst>
          </p:cNvPr>
          <p:cNvSpPr txBox="1"/>
          <p:nvPr/>
        </p:nvSpPr>
        <p:spPr>
          <a:xfrm>
            <a:off x="8669547" y="2205323"/>
            <a:ext cx="27156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유의한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</a:rPr>
              <a:t>Director_max_award</a:t>
            </a:r>
            <a:endParaRPr lang="en-US" altLang="ko-KR" b="0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Year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</a:rPr>
              <a:t>Harmful_themes</a:t>
            </a:r>
            <a:endParaRPr lang="en-US" altLang="ko-KR" b="0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Lewdness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Fear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D5D1BE-8876-464A-8AD0-77DF368B9957}"/>
              </a:ext>
            </a:extLst>
          </p:cNvPr>
          <p:cNvSpPr txBox="1"/>
          <p:nvPr/>
        </p:nvSpPr>
        <p:spPr>
          <a:xfrm>
            <a:off x="0" y="5686667"/>
            <a:ext cx="12169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&gt; </a:t>
            </a:r>
            <a:r>
              <a:rPr lang="ko-KR" altLang="en-US" dirty="0"/>
              <a:t>전체 평점에 영향을 주는 요소로는 감독의 수상개수</a:t>
            </a:r>
            <a:r>
              <a:rPr lang="en-US" altLang="ko-KR" dirty="0"/>
              <a:t>, </a:t>
            </a:r>
            <a:r>
              <a:rPr lang="ko-KR" altLang="en-US" dirty="0" err="1"/>
              <a:t>제작년도</a:t>
            </a:r>
            <a:r>
              <a:rPr lang="en-US" altLang="ko-KR" dirty="0"/>
              <a:t>, </a:t>
            </a:r>
            <a:r>
              <a:rPr lang="ko-KR" altLang="en-US" dirty="0"/>
              <a:t>유해한 주제</a:t>
            </a:r>
            <a:r>
              <a:rPr lang="en-US" altLang="ko-KR" dirty="0"/>
              <a:t>, </a:t>
            </a:r>
            <a:r>
              <a:rPr lang="ko-KR" altLang="en-US" dirty="0"/>
              <a:t>선정성</a:t>
            </a:r>
            <a:r>
              <a:rPr lang="en-US" altLang="ko-KR" dirty="0"/>
              <a:t>, </a:t>
            </a:r>
            <a:r>
              <a:rPr lang="ko-KR" altLang="en-US" dirty="0"/>
              <a:t>공포의 정도가 있음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0285007-4A35-4479-A887-F5E87494D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716" y="1810159"/>
            <a:ext cx="4454069" cy="360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8D812DA-DB98-49C7-88C1-A7968A265A3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3793"/>
          <a:stretch/>
        </p:blipFill>
        <p:spPr>
          <a:xfrm>
            <a:off x="2515070" y="1817354"/>
            <a:ext cx="6154477" cy="216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2901575-8FDB-481D-9C13-EF3F1593748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065" r="15492" b="-7786"/>
          <a:stretch/>
        </p:blipFill>
        <p:spPr>
          <a:xfrm>
            <a:off x="2515070" y="4045789"/>
            <a:ext cx="6154477" cy="349766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</p:spTree>
    <p:extLst>
      <p:ext uri="{BB962C8B-B14F-4D97-AF65-F5344CB8AC3E}">
        <p14:creationId xmlns:p14="http://schemas.microsoft.com/office/powerpoint/2010/main" val="624751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09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드라마 </a:t>
            </a:r>
            <a:r>
              <a:rPr lang="ko-KR" altLang="en-US" dirty="0" err="1"/>
              <a:t>로버스트회귀</a:t>
            </a:r>
            <a:r>
              <a:rPr lang="ko-KR" altLang="en-US" dirty="0"/>
              <a:t> 결과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F05C82-6D3B-459F-80B5-20B9C41F6C46}"/>
              </a:ext>
            </a:extLst>
          </p:cNvPr>
          <p:cNvSpPr txBox="1"/>
          <p:nvPr/>
        </p:nvSpPr>
        <p:spPr>
          <a:xfrm>
            <a:off x="9005315" y="2205323"/>
            <a:ext cx="27156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유의한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</a:rPr>
              <a:t>Mean_Length</a:t>
            </a:r>
            <a:endParaRPr lang="en-US" altLang="ko-KR" b="0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</a:rPr>
              <a:t>Harmful_themes</a:t>
            </a:r>
            <a:endParaRPr lang="en-US" altLang="ko-KR" b="0" i="0" dirty="0">
              <a:solidFill>
                <a:srgbClr val="333333"/>
              </a:solidFill>
              <a:effectLst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D5D1BE-8876-464A-8AD0-77DF368B9957}"/>
              </a:ext>
            </a:extLst>
          </p:cNvPr>
          <p:cNvSpPr txBox="1"/>
          <p:nvPr/>
        </p:nvSpPr>
        <p:spPr>
          <a:xfrm>
            <a:off x="0" y="5686667"/>
            <a:ext cx="12169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&gt; </a:t>
            </a:r>
            <a:r>
              <a:rPr lang="ko-KR" altLang="en-US" dirty="0"/>
              <a:t>전체 평점에 영향을 주는 요소로는 평균 러닝타임</a:t>
            </a:r>
            <a:r>
              <a:rPr lang="en-US" altLang="ko-KR" dirty="0"/>
              <a:t>, </a:t>
            </a:r>
            <a:r>
              <a:rPr lang="ko-KR" altLang="en-US" dirty="0"/>
              <a:t>유해한 주제가 있음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1FE8C0A6-CEF4-4CAF-AB72-AC68E97BB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967" y="1996985"/>
            <a:ext cx="5080691" cy="360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BEA48A52-9F54-479B-BA6C-C7F170031EB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0299"/>
          <a:stretch/>
        </p:blipFill>
        <p:spPr>
          <a:xfrm>
            <a:off x="2853032" y="2004180"/>
            <a:ext cx="6152283" cy="216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7DEF8048-F4FE-423D-B0D6-48B04872573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" r="21886" b="-10540"/>
          <a:stretch/>
        </p:blipFill>
        <p:spPr>
          <a:xfrm>
            <a:off x="2853032" y="4217186"/>
            <a:ext cx="6152283" cy="397946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</p:spTree>
    <p:extLst>
      <p:ext uri="{BB962C8B-B14F-4D97-AF65-F5344CB8AC3E}">
        <p14:creationId xmlns:p14="http://schemas.microsoft.com/office/powerpoint/2010/main" val="2295218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B3EE0030-1E29-44B8-B276-8E9A2DDE1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86" y="2388476"/>
            <a:ext cx="2412936" cy="1686528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28D32B9-D0D5-49DB-A9F5-9B3C1BFD7078}"/>
              </a:ext>
            </a:extLst>
          </p:cNvPr>
          <p:cNvSpPr txBox="1"/>
          <p:nvPr/>
        </p:nvSpPr>
        <p:spPr>
          <a:xfrm>
            <a:off x="3249594" y="3695743"/>
            <a:ext cx="87093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r>
              <a:rPr lang="en-US" altLang="ko-KR" dirty="0"/>
              <a:t>- plot</a:t>
            </a:r>
            <a:r>
              <a:rPr lang="ko-KR" altLang="en-US" dirty="0"/>
              <a:t>을 종합 영화 드라마 데이터별로 유의한 </a:t>
            </a:r>
            <a:r>
              <a:rPr lang="en-US" altLang="ko-KR" dirty="0"/>
              <a:t>factor</a:t>
            </a:r>
            <a:r>
              <a:rPr lang="ko-KR" altLang="en-US" dirty="0"/>
              <a:t>로 확인하면 평점 높은 수준이 해석결과가 됨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각각의 유의한 </a:t>
            </a:r>
            <a:r>
              <a:rPr lang="en-US" altLang="ko-KR" dirty="0"/>
              <a:t>factor</a:t>
            </a:r>
            <a:r>
              <a:rPr lang="ko-KR" altLang="en-US" dirty="0"/>
              <a:t>들을 왼쪽 그림과 같이 </a:t>
            </a:r>
            <a:r>
              <a:rPr lang="en-US" altLang="ko-KR" dirty="0"/>
              <a:t>boxplot</a:t>
            </a:r>
            <a:r>
              <a:rPr lang="ko-KR" altLang="en-US" dirty="0"/>
              <a:t>을 그려 확인 후 다음과 같은 표를 </a:t>
            </a:r>
            <a:r>
              <a:rPr lang="ko-KR" altLang="en-US" dirty="0" err="1"/>
              <a:t>만듬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1F1507-C80B-4713-BF5F-F73B753496B9}"/>
              </a:ext>
            </a:extLst>
          </p:cNvPr>
          <p:cNvSpPr txBox="1"/>
          <p:nvPr/>
        </p:nvSpPr>
        <p:spPr>
          <a:xfrm>
            <a:off x="3249594" y="3105680"/>
            <a:ext cx="695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X</a:t>
            </a:r>
            <a:r>
              <a:rPr lang="ko-KR" altLang="en-US" dirty="0"/>
              <a:t>축의 </a:t>
            </a:r>
            <a:r>
              <a:rPr lang="en-US" altLang="ko-KR" dirty="0"/>
              <a:t>1,2,3,4</a:t>
            </a:r>
            <a:r>
              <a:rPr lang="ko-KR" altLang="en-US" dirty="0"/>
              <a:t>는 각각 없음</a:t>
            </a:r>
            <a:r>
              <a:rPr lang="en-US" altLang="ko-KR" dirty="0"/>
              <a:t>, </a:t>
            </a:r>
            <a:r>
              <a:rPr lang="ko-KR" altLang="en-US" dirty="0"/>
              <a:t>보통</a:t>
            </a:r>
            <a:r>
              <a:rPr lang="en-US" altLang="ko-KR" dirty="0"/>
              <a:t>, </a:t>
            </a:r>
            <a:r>
              <a:rPr lang="ko-KR" altLang="en-US" dirty="0" err="1"/>
              <a:t>다소높음</a:t>
            </a:r>
            <a:r>
              <a:rPr lang="en-US" altLang="ko-KR" dirty="0"/>
              <a:t>, </a:t>
            </a:r>
            <a:r>
              <a:rPr lang="ko-KR" altLang="en-US" dirty="0"/>
              <a:t>높음을 표현한 것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5D14A31-AAED-41AC-9CD2-F9F22E52F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69" y="4619047"/>
            <a:ext cx="2407487" cy="1686528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528FAB2-05BA-4441-ADD8-8F049AAE9193}"/>
              </a:ext>
            </a:extLst>
          </p:cNvPr>
          <p:cNvSpPr txBox="1"/>
          <p:nvPr/>
        </p:nvSpPr>
        <p:spPr>
          <a:xfrm>
            <a:off x="957144" y="4185369"/>
            <a:ext cx="1655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영화 데이터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D1795D-1B0B-4891-A36F-695D7687F65C}"/>
              </a:ext>
            </a:extLst>
          </p:cNvPr>
          <p:cNvSpPr txBox="1"/>
          <p:nvPr/>
        </p:nvSpPr>
        <p:spPr>
          <a:xfrm>
            <a:off x="886980" y="1931789"/>
            <a:ext cx="1745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드라마 데이터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CC5CAD2-64E5-4DC0-8511-2A2CFC791331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</a:t>
            </a:r>
            <a:endParaRPr lang="ko-KR" altLang="en-US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A95672AD-8867-4E74-A02B-BC1482795E33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188DED96-C177-40B0-8773-C00EA99D1AA5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09314EA4-0DAA-4097-9407-D609AA6A2E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85B89EF-230D-4091-8AEC-CCBDC58BB458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8B11CDC-ABA7-482B-B3B4-A59D0B439C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5EA86F80-D796-4D48-B0BE-99581B69B859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0E996F00-2916-4543-A99F-C89ED76744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A4EEFD81-3410-4EC1-9520-E111545C38D9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0">
            <a:extLst>
              <a:ext uri="{FF2B5EF4-FFF2-40B4-BE49-F238E27FC236}">
                <a16:creationId xmlns:a16="http://schemas.microsoft.com/office/drawing/2014/main" id="{5CA7312C-0E8C-47B6-BCC5-20A19FBA43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E2DFE569-24CA-45E1-9FF6-051E4B33F2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DCCF7465-5F3D-4976-93EA-F37FB638AC93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BD19133-7DC2-42F9-BD74-F0C594FE8585}"/>
              </a:ext>
            </a:extLst>
          </p:cNvPr>
          <p:cNvSpPr txBox="1"/>
          <p:nvPr/>
        </p:nvSpPr>
        <p:spPr>
          <a:xfrm>
            <a:off x="2152995" y="1108918"/>
            <a:ext cx="700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결론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241457-A6C5-4685-A221-22052BE8EF49}"/>
              </a:ext>
            </a:extLst>
          </p:cNvPr>
          <p:cNvSpPr txBox="1"/>
          <p:nvPr/>
        </p:nvSpPr>
        <p:spPr>
          <a:xfrm>
            <a:off x="3249594" y="2261066"/>
            <a:ext cx="8543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왼쪽 그림과 같이 드라마와 영화는 동일한 데이터여도 높고 낮은 정도가 평점에 영향을 끼치는 수준이 반대일 수 있음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CF60FA-8051-467B-BA09-A8EAC9681B19}"/>
              </a:ext>
            </a:extLst>
          </p:cNvPr>
          <p:cNvSpPr txBox="1"/>
          <p:nvPr/>
        </p:nvSpPr>
        <p:spPr>
          <a:xfrm>
            <a:off x="251050" y="1683693"/>
            <a:ext cx="42125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Ex) </a:t>
            </a:r>
            <a:r>
              <a:rPr lang="ko-KR" altLang="en-US" sz="1400" dirty="0">
                <a:solidFill>
                  <a:srgbClr val="FF0000"/>
                </a:solidFill>
              </a:rPr>
              <a:t>유해한 정도와 평점의 상관관계</a:t>
            </a:r>
          </a:p>
        </p:txBody>
      </p:sp>
    </p:spTree>
    <p:extLst>
      <p:ext uri="{BB962C8B-B14F-4D97-AF65-F5344CB8AC3E}">
        <p14:creationId xmlns:p14="http://schemas.microsoft.com/office/powerpoint/2010/main" val="4292137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064A7DE-EAFC-4EE0-8270-E3F4CE357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804911"/>
              </p:ext>
            </p:extLst>
          </p:nvPr>
        </p:nvGraphicFramePr>
        <p:xfrm>
          <a:off x="898072" y="1880646"/>
          <a:ext cx="10395855" cy="4178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325">
                  <a:extLst>
                    <a:ext uri="{9D8B030D-6E8A-4147-A177-3AD203B41FA5}">
                      <a16:colId xmlns:a16="http://schemas.microsoft.com/office/drawing/2014/main" val="1166659412"/>
                    </a:ext>
                  </a:extLst>
                </a:gridCol>
                <a:gridCol w="974865">
                  <a:extLst>
                    <a:ext uri="{9D8B030D-6E8A-4147-A177-3AD203B41FA5}">
                      <a16:colId xmlns:a16="http://schemas.microsoft.com/office/drawing/2014/main" val="3979146427"/>
                    </a:ext>
                  </a:extLst>
                </a:gridCol>
                <a:gridCol w="1155095">
                  <a:extLst>
                    <a:ext uri="{9D8B030D-6E8A-4147-A177-3AD203B41FA5}">
                      <a16:colId xmlns:a16="http://schemas.microsoft.com/office/drawing/2014/main" val="3580584076"/>
                    </a:ext>
                  </a:extLst>
                </a:gridCol>
                <a:gridCol w="1155095">
                  <a:extLst>
                    <a:ext uri="{9D8B030D-6E8A-4147-A177-3AD203B41FA5}">
                      <a16:colId xmlns:a16="http://schemas.microsoft.com/office/drawing/2014/main" val="4283780918"/>
                    </a:ext>
                  </a:extLst>
                </a:gridCol>
                <a:gridCol w="1155095">
                  <a:extLst>
                    <a:ext uri="{9D8B030D-6E8A-4147-A177-3AD203B41FA5}">
                      <a16:colId xmlns:a16="http://schemas.microsoft.com/office/drawing/2014/main" val="1061304748"/>
                    </a:ext>
                  </a:extLst>
                </a:gridCol>
                <a:gridCol w="1155095">
                  <a:extLst>
                    <a:ext uri="{9D8B030D-6E8A-4147-A177-3AD203B41FA5}">
                      <a16:colId xmlns:a16="http://schemas.microsoft.com/office/drawing/2014/main" val="2239901191"/>
                    </a:ext>
                  </a:extLst>
                </a:gridCol>
                <a:gridCol w="1155095">
                  <a:extLst>
                    <a:ext uri="{9D8B030D-6E8A-4147-A177-3AD203B41FA5}">
                      <a16:colId xmlns:a16="http://schemas.microsoft.com/office/drawing/2014/main" val="2033724315"/>
                    </a:ext>
                  </a:extLst>
                </a:gridCol>
                <a:gridCol w="1155095">
                  <a:extLst>
                    <a:ext uri="{9D8B030D-6E8A-4147-A177-3AD203B41FA5}">
                      <a16:colId xmlns:a16="http://schemas.microsoft.com/office/drawing/2014/main" val="1426454985"/>
                    </a:ext>
                  </a:extLst>
                </a:gridCol>
                <a:gridCol w="1155095">
                  <a:extLst>
                    <a:ext uri="{9D8B030D-6E8A-4147-A177-3AD203B41FA5}">
                      <a16:colId xmlns:a16="http://schemas.microsoft.com/office/drawing/2014/main" val="302809542"/>
                    </a:ext>
                  </a:extLst>
                </a:gridCol>
              </a:tblGrid>
              <a:tr h="199213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러닝타임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감독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수상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제작년도</a:t>
                      </a:r>
                      <a:endParaRPr lang="ko-KR" altLang="en-US" sz="14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유해한 주제</a:t>
                      </a:r>
                      <a:endParaRPr lang="ko-KR" altLang="en-US" sz="14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선정성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공포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마약의 비중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15131855"/>
                  </a:ext>
                </a:extLst>
              </a:tr>
              <a:tr h="570949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일반회귀</a:t>
                      </a:r>
                    </a:p>
                    <a:p>
                      <a:endParaRPr lang="ko-KR" altLang="en-US" sz="14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전체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470454055"/>
                  </a:ext>
                </a:extLst>
              </a:tr>
              <a:tr h="57094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영화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171790917"/>
                  </a:ext>
                </a:extLst>
              </a:tr>
              <a:tr h="57094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드라마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68300454"/>
                  </a:ext>
                </a:extLst>
              </a:tr>
              <a:tr h="806047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/>
                        <a:t>로버스트회귀</a:t>
                      </a:r>
                      <a:endParaRPr lang="ko-KR" altLang="en-US" sz="1400" dirty="0"/>
                    </a:p>
                    <a:p>
                      <a:endParaRPr lang="ko-KR" altLang="en-US" sz="14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전체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27118852"/>
                  </a:ext>
                </a:extLst>
              </a:tr>
              <a:tr h="57094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영화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50629000"/>
                  </a:ext>
                </a:extLst>
              </a:tr>
              <a:tr h="57094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드라마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91981382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132D9ED-E9D6-45B9-BC14-4FD2A5B1D822}"/>
              </a:ext>
            </a:extLst>
          </p:cNvPr>
          <p:cNvSpPr txBox="1"/>
          <p:nvPr/>
        </p:nvSpPr>
        <p:spPr>
          <a:xfrm>
            <a:off x="7344129" y="1103016"/>
            <a:ext cx="42940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dirty="0"/>
              <a:t>▼ </a:t>
            </a:r>
            <a:r>
              <a:rPr lang="en-US" altLang="ko-KR" dirty="0"/>
              <a:t>: </a:t>
            </a:r>
            <a:r>
              <a:rPr lang="ko-KR" altLang="en-US" dirty="0"/>
              <a:t>수치가 낮아질 수록 평점이 높아짐</a:t>
            </a:r>
            <a:endParaRPr lang="en-US" altLang="ko-KR" dirty="0"/>
          </a:p>
          <a:p>
            <a:r>
              <a:rPr lang="ko-KR" altLang="en-US" dirty="0"/>
              <a:t>▲ </a:t>
            </a:r>
            <a:r>
              <a:rPr lang="en-US" altLang="ko-KR" dirty="0"/>
              <a:t>: </a:t>
            </a:r>
            <a:r>
              <a:rPr lang="ko-KR" altLang="en-US" dirty="0"/>
              <a:t>수치가 높아질 수록 평점이 높아짐</a:t>
            </a:r>
            <a:r>
              <a:rPr lang="en-US" altLang="ko-KR" dirty="0"/>
              <a:t> </a:t>
            </a:r>
            <a:endParaRPr lang="ko-KR" altLang="en-US" dirty="0"/>
          </a:p>
          <a:p>
            <a:pPr latinLnBrk="1"/>
            <a:r>
              <a:rPr lang="en-US" altLang="ko-KR" dirty="0"/>
              <a:t> </a:t>
            </a:r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A803501-B557-419C-A379-DC74F8C2F32F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0">
            <a:extLst>
              <a:ext uri="{FF2B5EF4-FFF2-40B4-BE49-F238E27FC236}">
                <a16:creationId xmlns:a16="http://schemas.microsoft.com/office/drawing/2014/main" id="{42E75D27-7968-446F-AF8B-862D3F37A6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F622A49-E121-48B0-8C77-625913084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A3479B9-E1A6-472E-A967-50A3FBCC6FA1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A4E7C320-80A1-4FBA-9AA1-79D366738FA4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</a:t>
            </a:r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41A8B57-9DCC-4273-9BC8-F49F1998A807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076365DE-4FD8-418B-ACD9-8D357FDE5A9A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50967A7E-0194-48D7-9D62-AE06B7D3C5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7605FD8F-7D49-4AE1-8770-DC1D4BBCA415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F67ACA5B-2072-4396-A311-9B3BACB4D8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E6CE8CC8-A105-4B15-9AFB-9B4A57F55891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311F853F-04B6-4ECA-9F90-8A0CAE59C2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27C5DC6-CA57-4056-9DF8-6230F82D8909}"/>
              </a:ext>
            </a:extLst>
          </p:cNvPr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1141044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B98035-F76F-4D91-9C8B-CCA21832AF76}"/>
              </a:ext>
            </a:extLst>
          </p:cNvPr>
          <p:cNvSpPr txBox="1"/>
          <p:nvPr/>
        </p:nvSpPr>
        <p:spPr>
          <a:xfrm>
            <a:off x="733032" y="2063086"/>
            <a:ext cx="107259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로버스트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회귀에서 유의한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는 일반회귀에서도 유의함 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로버스트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회귀와 일반회귀의 유의한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수는 비슷한 수치가 나타남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러닝타임</a:t>
            </a:r>
            <a:r>
              <a:rPr lang="en-US" altLang="ko-KR" dirty="0"/>
              <a:t>, </a:t>
            </a:r>
            <a:r>
              <a:rPr lang="ko-KR" altLang="en-US" dirty="0"/>
              <a:t>유해한주제</a:t>
            </a:r>
            <a:r>
              <a:rPr lang="en-US" altLang="ko-KR" dirty="0"/>
              <a:t>, </a:t>
            </a:r>
            <a:r>
              <a:rPr lang="ko-KR" altLang="en-US" dirty="0"/>
              <a:t>공포는 다른 결과가 나오고 나머지 </a:t>
            </a:r>
            <a:r>
              <a:rPr lang="en-US" altLang="ko-KR" dirty="0"/>
              <a:t>factor</a:t>
            </a:r>
            <a:r>
              <a:rPr lang="ko-KR" altLang="en-US" dirty="0"/>
              <a:t>는 전부 동일한 방향성을 가짐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제작년도</a:t>
            </a:r>
            <a:r>
              <a:rPr lang="en-US" altLang="ko-KR" dirty="0"/>
              <a:t>, </a:t>
            </a:r>
            <a:r>
              <a:rPr lang="ko-KR" altLang="en-US" dirty="0"/>
              <a:t>유해한주제를 제외한 나머지 </a:t>
            </a:r>
            <a:r>
              <a:rPr lang="en-US" altLang="ko-KR" dirty="0"/>
              <a:t>factor</a:t>
            </a:r>
            <a:r>
              <a:rPr lang="ko-KR" altLang="en-US" dirty="0"/>
              <a:t>들은 일반회귀와 </a:t>
            </a:r>
            <a:r>
              <a:rPr lang="ko-KR" altLang="en-US" dirty="0" err="1"/>
              <a:t>로버스트회귀의</a:t>
            </a:r>
            <a:r>
              <a:rPr lang="ko-KR" altLang="en-US" dirty="0"/>
              <a:t> 결과가 같음 </a:t>
            </a:r>
            <a:endParaRPr lang="en-US" altLang="ko-KR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A68B164-0B46-442B-BE57-F6A4C27B7D9A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0">
            <a:extLst>
              <a:ext uri="{FF2B5EF4-FFF2-40B4-BE49-F238E27FC236}">
                <a16:creationId xmlns:a16="http://schemas.microsoft.com/office/drawing/2014/main" id="{573882B7-C7F3-42BD-8F99-E9E94ED08F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EAFB494-8D3F-4E85-B548-613086708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FFCADFC-8748-44A2-BDCF-9DE14DCE6F26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B769A45D-B938-4B25-8191-26A3F64BB442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B2EC28B-9AA0-41F0-91B1-1A185017784B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B5920C5E-5E3A-43DC-920A-4E665423A685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BCB426DC-C37E-49A9-A9DC-2DBC5D74CF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1AD1678-083B-41CA-BB91-07EF47F4AD01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1C89D1FE-B1F6-41E0-A827-C973A45CEF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94537A34-3278-47E3-A6E5-19F568407DDA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621DBE82-1569-4251-8630-892F0A380F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D29EAED-E6AB-47E1-B15C-AC4EC92D2C14}"/>
              </a:ext>
            </a:extLst>
          </p:cNvPr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1619091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1537</TotalTime>
  <Words>990</Words>
  <Application>Microsoft Office PowerPoint</Application>
  <PresentationFormat>와이드스크린</PresentationFormat>
  <Paragraphs>187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-apple-system</vt:lpstr>
      <vt:lpstr>Helvetica Neue</vt:lpstr>
      <vt:lpstr>맑은 고딕</vt:lpstr>
      <vt:lpstr>Arial</vt:lpstr>
      <vt:lpstr>Office 테마</vt:lpstr>
      <vt:lpstr>I-GPS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I-GPS</dc:title>
  <dc:creator>조용식</dc:creator>
  <cp:lastModifiedBy>김정호</cp:lastModifiedBy>
  <cp:revision>100</cp:revision>
  <dcterms:created xsi:type="dcterms:W3CDTF">2021-04-06T03:48:35Z</dcterms:created>
  <dcterms:modified xsi:type="dcterms:W3CDTF">2021-07-21T02:02:21Z</dcterms:modified>
</cp:coreProperties>
</file>